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4" autoAdjust="0"/>
    <p:restoredTop sz="94660"/>
  </p:normalViewPr>
  <p:slideViewPr>
    <p:cSldViewPr snapToGrid="0">
      <p:cViewPr varScale="1">
        <p:scale>
          <a:sx n="54" d="100"/>
          <a:sy n="54" d="100"/>
        </p:scale>
        <p:origin x="9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2E0A2B-D569-4CD1-89E5-60746435D3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F2D8822-CFA9-44D3-8056-D800C519E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5F6E5C-2B24-4B80-A4FB-9FD9F5DF6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53D2-1F51-4CBA-96DE-D7F15DD7BA34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819C17-ABFC-48A7-9383-A858D8145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14C4FE-6972-4253-AE0B-CED0C6F61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9CC1A-A9FE-4D74-A72C-3323109C3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597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CEDF18-8A98-42FD-90C4-24FD4B2E9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6CAB00-3739-4AFE-B2CA-3A77139D6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B8152A-051E-4967-9FF2-F91304A7B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53D2-1F51-4CBA-96DE-D7F15DD7BA34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7606A6-0E83-40DA-8AEF-DDFE16DFE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2D64C7-94D1-4699-8B32-61D45CE3C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9CC1A-A9FE-4D74-A72C-3323109C3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6341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16EF05-16FC-4E85-A7FC-D91AEB8E6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5886954-F664-4B45-A24F-B76BBD133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D14317-A403-4995-B96B-13DED32D8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53D2-1F51-4CBA-96DE-D7F15DD7BA34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D01066-154F-4482-96FD-D3E91BFAA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A6B3DF-A6D7-4F1A-AB67-D4AEBD2B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9CC1A-A9FE-4D74-A72C-3323109C3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3607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D53D96-2019-4665-91E0-F3E336857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5A02CF-00A3-43D6-9452-95A927581E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FE20506-FB67-45AE-8C27-2D97986D4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DAB8288-E931-4E26-9F00-6BA413F4D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53D2-1F51-4CBA-96DE-D7F15DD7BA34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90B7BF-E6AD-408B-966F-9D387233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52EB95-43E8-4419-9E8C-6A47B00F4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9CC1A-A9FE-4D74-A72C-3323109C3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0894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7F2FDE-0D7C-4D78-855D-CF1ACE60A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366DD02-CF6F-4A75-9079-712D9F42C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A412493-B0DB-4399-980A-C29115E2E8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DE9B5D6-CA2B-4E7D-93B6-B903868ADF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CE9D484-0644-44D9-924C-B32573FEA4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A8F4291-9DD0-4C08-80AF-63D8672E0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53D2-1F51-4CBA-96DE-D7F15DD7BA34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6A8BE0F-358C-4F27-89C8-CA1B33F69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E49B367-F1DB-4E14-8E98-D8BB8F27A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9CC1A-A9FE-4D74-A72C-3323109C3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2455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DB8AF0-B455-4ABC-8C1B-3222F0C6E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0BE53A6-7C88-4711-827A-ED2669C47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53D2-1F51-4CBA-96DE-D7F15DD7BA34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FCB2357-4A99-4DFD-81C6-87D21BF2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B4712A7-06D6-43E1-B2A4-BC933F4DC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9CC1A-A9FE-4D74-A72C-3323109C3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8757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859EFFA-17B5-412A-AD41-F69218541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53D2-1F51-4CBA-96DE-D7F15DD7BA34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FBB553B-3A73-4DCF-B65F-00AECCDA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9EF09D9-42D3-41E9-AECA-76333C643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9CC1A-A9FE-4D74-A72C-3323109C3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9940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9E5707-EF2F-46E9-8768-A35FF1CA3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395317-C9F7-40AB-9777-62FBA5436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37CF746-E01E-4A15-B486-9D230518A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8A698C-873F-4317-A702-E1080A0A7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53D2-1F51-4CBA-96DE-D7F15DD7BA34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EF7E767-F43F-4C61-869C-6983C8214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C0FA8EE-759E-4B53-95DE-901E08C96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9CC1A-A9FE-4D74-A72C-3323109C3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1216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9FD34F-8233-4F24-ADF2-BAD8B6E8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FF1F4BE-2624-4623-A726-79AD0699C9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653F598-9C58-49D0-8855-1CBE676BB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B6E3733-42C8-4F9C-87EA-EC0CF40A7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53D2-1F51-4CBA-96DE-D7F15DD7BA34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942F605-A70F-411F-8C72-F80DE27F9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42577A-BCC8-45A0-86AE-B54FD2CA0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9CC1A-A9FE-4D74-A72C-3323109C3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0329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9718A8-EEFF-4EE2-B761-9E6BAA128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A2CBE20-8D82-40B2-A909-8C324BA3C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E82474-617C-4326-85CB-89D645F2F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53D2-1F51-4CBA-96DE-D7F15DD7BA34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2EC158-6492-4927-9768-56C572A86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9A0961-332F-41D4-AB87-F2F013C7C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9CC1A-A9FE-4D74-A72C-3323109C3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1873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453AF44-5DB1-41F5-A6F3-DC3206A0F8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B3ED133-C7A1-4552-A49C-23DEADA0C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1C68C1-4B28-4D62-BE35-745C784FF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53D2-1F51-4CBA-96DE-D7F15DD7BA34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6D0D1A-1941-4F75-8BA9-3851DC2CF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B37FD3-A1E7-4100-B9D1-56ADEBAC8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9CC1A-A9FE-4D74-A72C-3323109C3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5500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541C8B9-B15D-487C-9D35-75D046D66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AF906A7-31E5-4CFC-B647-AC5218D0D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92A42C-E827-420D-B65C-618682ED1C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2253D2-1F51-4CBA-96DE-D7F15DD7BA34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47624B-DECC-4003-A787-3714DC791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BC2CF2-A81C-4221-827B-8DEF4AFFC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9CC1A-A9FE-4D74-A72C-3323109C3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8842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CB0682-EA74-4D60-9552-16FA69481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896469"/>
            <a:ext cx="6329082" cy="963987"/>
          </a:xfrm>
        </p:spPr>
        <p:txBody>
          <a:bodyPr>
            <a:normAutofit/>
          </a:bodyPr>
          <a:lstStyle/>
          <a:p>
            <a:r>
              <a:rPr kumimoji="1" lang="en-US" altLang="ja-JP" sz="5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The</a:t>
            </a:r>
            <a:r>
              <a:rPr kumimoji="1" lang="en-US" altLang="ja-JP" sz="5400" b="1" dirty="0">
                <a:latin typeface="Arial Narrow" panose="020B0606020202030204" pitchFamily="34" charset="0"/>
              </a:rPr>
              <a:t> </a:t>
            </a:r>
            <a:r>
              <a:rPr kumimoji="1" lang="en-US" altLang="ja-JP" sz="5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Triple</a:t>
            </a:r>
            <a:r>
              <a:rPr kumimoji="1" lang="en-US" altLang="ja-JP" sz="5400" b="1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kumimoji="1" lang="en-US" altLang="ja-JP" sz="54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Transform</a:t>
            </a:r>
            <a:endParaRPr kumimoji="1" lang="ja-JP" altLang="en-US" sz="5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F654107-94EF-459E-9246-DEECA3B37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131827"/>
            <a:ext cx="6490447" cy="1655762"/>
          </a:xfrm>
        </p:spPr>
        <p:txBody>
          <a:bodyPr/>
          <a:lstStyle/>
          <a:p>
            <a:endParaRPr kumimoji="1" lang="en-US" altLang="ja-JP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kumimoji="1" lang="en-US" altLang="ja-JP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Press Z Key</a:t>
            </a:r>
            <a:endParaRPr kumimoji="1" lang="ja-JP" altLang="en-US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49B9AE3-E0EA-4F21-9EFC-FC933C608BF0}"/>
              </a:ext>
            </a:extLst>
          </p:cNvPr>
          <p:cNvSpPr txBox="1"/>
          <p:nvPr/>
        </p:nvSpPr>
        <p:spPr>
          <a:xfrm>
            <a:off x="161365" y="127885"/>
            <a:ext cx="1864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u="sng" dirty="0"/>
              <a:t>タイトル画面</a:t>
            </a:r>
            <a:endParaRPr lang="en-US" altLang="ja-JP" u="sng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0510F90-B6CE-4365-BC7F-957F811EB477}"/>
              </a:ext>
            </a:extLst>
          </p:cNvPr>
          <p:cNvSpPr txBox="1"/>
          <p:nvPr/>
        </p:nvSpPr>
        <p:spPr>
          <a:xfrm>
            <a:off x="6651812" y="1326776"/>
            <a:ext cx="5253317" cy="53368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bg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詳細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344F13B-7645-4C6C-A598-3E1F099C7DF1}"/>
              </a:ext>
            </a:extLst>
          </p:cNvPr>
          <p:cNvSpPr txBox="1"/>
          <p:nvPr/>
        </p:nvSpPr>
        <p:spPr>
          <a:xfrm>
            <a:off x="6651812" y="1860456"/>
            <a:ext cx="5253317" cy="14773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dirty="0"/>
              <a:t>■タイトル名</a:t>
            </a:r>
            <a:endParaRPr lang="en-US" altLang="ja-JP" dirty="0"/>
          </a:p>
          <a:p>
            <a:r>
              <a:rPr kumimoji="1" lang="ja-JP" altLang="en-US" dirty="0"/>
              <a:t>・「</a:t>
            </a:r>
            <a:r>
              <a:rPr kumimoji="1" lang="en-US" altLang="ja-JP" dirty="0"/>
              <a:t>The</a:t>
            </a:r>
            <a:r>
              <a:rPr kumimoji="1" lang="ja-JP" altLang="en-US" dirty="0"/>
              <a:t>」</a:t>
            </a:r>
            <a:r>
              <a:rPr kumimoji="1" lang="en-US" altLang="ja-JP" dirty="0"/>
              <a:t>,</a:t>
            </a:r>
            <a:r>
              <a:rPr kumimoji="1" lang="ja-JP" altLang="en-US" dirty="0"/>
              <a:t>「</a:t>
            </a:r>
            <a:r>
              <a:rPr kumimoji="1" lang="en-US" altLang="ja-JP" dirty="0"/>
              <a:t>Triple</a:t>
            </a:r>
            <a:r>
              <a:rPr kumimoji="1" lang="ja-JP" altLang="en-US" dirty="0"/>
              <a:t>」</a:t>
            </a:r>
            <a:r>
              <a:rPr kumimoji="1" lang="en-US" altLang="ja-JP" dirty="0"/>
              <a:t>,</a:t>
            </a:r>
            <a:r>
              <a:rPr kumimoji="1" lang="ja-JP" altLang="en-US" dirty="0"/>
              <a:t>「</a:t>
            </a:r>
            <a:r>
              <a:rPr kumimoji="1" lang="en-US" altLang="ja-JP" dirty="0"/>
              <a:t>Transform</a:t>
            </a:r>
            <a:r>
              <a:rPr kumimoji="1" lang="ja-JP" altLang="en-US" dirty="0"/>
              <a:t>」</a:t>
            </a:r>
            <a:r>
              <a:rPr lang="ja-JP" altLang="en-US" dirty="0"/>
              <a:t>の三つに分</a:t>
            </a:r>
            <a:endParaRPr lang="en-US" altLang="ja-JP" dirty="0"/>
          </a:p>
          <a:p>
            <a:r>
              <a:rPr lang="ja-JP" altLang="en-US" dirty="0"/>
              <a:t>　けて作成する</a:t>
            </a:r>
            <a:endParaRPr kumimoji="1" lang="en-US" altLang="ja-JP" dirty="0"/>
          </a:p>
          <a:p>
            <a:r>
              <a:rPr lang="ja-JP" altLang="en-US" dirty="0"/>
              <a:t>・</a:t>
            </a:r>
            <a:r>
              <a:rPr kumimoji="1" lang="ja-JP" altLang="en-US" dirty="0"/>
              <a:t> 「</a:t>
            </a:r>
            <a:r>
              <a:rPr kumimoji="1" lang="en-US" altLang="ja-JP" dirty="0"/>
              <a:t>The</a:t>
            </a:r>
            <a:r>
              <a:rPr kumimoji="1" lang="ja-JP" altLang="en-US" dirty="0"/>
              <a:t>」は青、 「</a:t>
            </a:r>
            <a:r>
              <a:rPr kumimoji="1" lang="en-US" altLang="ja-JP" dirty="0"/>
              <a:t>Triple</a:t>
            </a:r>
            <a:r>
              <a:rPr kumimoji="1" lang="ja-JP" altLang="en-US" dirty="0"/>
              <a:t>」は赤、</a:t>
            </a:r>
            <a:endParaRPr kumimoji="1" lang="en-US" altLang="ja-JP" dirty="0"/>
          </a:p>
          <a:p>
            <a:r>
              <a:rPr lang="ja-JP" altLang="en-US" dirty="0"/>
              <a:t>　</a:t>
            </a:r>
            <a:r>
              <a:rPr kumimoji="1" lang="ja-JP" altLang="en-US" dirty="0"/>
              <a:t> 「</a:t>
            </a:r>
            <a:r>
              <a:rPr kumimoji="1" lang="en-US" altLang="ja-JP" dirty="0"/>
              <a:t>Transform</a:t>
            </a:r>
            <a:r>
              <a:rPr kumimoji="1" lang="ja-JP" altLang="en-US" dirty="0"/>
              <a:t>」は黄色</a:t>
            </a:r>
            <a:endParaRPr lang="en-US" altLang="ja-JP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F1C92B1-AEDD-4FFA-9EDE-F21E20680D41}"/>
              </a:ext>
            </a:extLst>
          </p:cNvPr>
          <p:cNvSpPr txBox="1"/>
          <p:nvPr/>
        </p:nvSpPr>
        <p:spPr>
          <a:xfrm>
            <a:off x="6651812" y="3337784"/>
            <a:ext cx="5253317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dirty="0"/>
              <a:t>■</a:t>
            </a:r>
            <a:r>
              <a:rPr lang="en-US" altLang="ja-JP" dirty="0"/>
              <a:t>Press Z Key</a:t>
            </a:r>
          </a:p>
          <a:p>
            <a:r>
              <a:rPr lang="ja-JP" altLang="en-US" dirty="0"/>
              <a:t>・点滅させる</a:t>
            </a:r>
            <a:endParaRPr lang="en-US" altLang="ja-JP" dirty="0"/>
          </a:p>
          <a:p>
            <a:r>
              <a:rPr kumimoji="1" lang="ja-JP" altLang="en-US" dirty="0"/>
              <a:t>・緑色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BA19195-B489-44F6-8E0A-5D8FD5112941}"/>
              </a:ext>
            </a:extLst>
          </p:cNvPr>
          <p:cNvSpPr txBox="1"/>
          <p:nvPr/>
        </p:nvSpPr>
        <p:spPr>
          <a:xfrm>
            <a:off x="6651812" y="4261114"/>
            <a:ext cx="5253317" cy="9233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■背景</a:t>
            </a:r>
            <a:endParaRPr kumimoji="1" lang="en-US" altLang="ja-JP" dirty="0"/>
          </a:p>
          <a:p>
            <a:r>
              <a:rPr kumimoji="1" lang="ja-JP" altLang="en-US" dirty="0"/>
              <a:t>・黒</a:t>
            </a:r>
            <a:endParaRPr kumimoji="1" lang="en-US" altLang="ja-JP" dirty="0"/>
          </a:p>
          <a:p>
            <a:r>
              <a:rPr lang="ja-JP" altLang="en-US" dirty="0"/>
              <a:t>・下のほうに敵を歩かせる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88F11FD-A734-475A-B708-E15EF2E47074}"/>
              </a:ext>
            </a:extLst>
          </p:cNvPr>
          <p:cNvSpPr txBox="1"/>
          <p:nvPr/>
        </p:nvSpPr>
        <p:spPr>
          <a:xfrm>
            <a:off x="6651812" y="5151429"/>
            <a:ext cx="525331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■遷移</a:t>
            </a:r>
            <a:endParaRPr kumimoji="1" lang="en-US" altLang="ja-JP" dirty="0"/>
          </a:p>
          <a:p>
            <a:r>
              <a:rPr lang="ja-JP" altLang="en-US" dirty="0"/>
              <a:t>・</a:t>
            </a:r>
            <a:r>
              <a:rPr lang="en-US" altLang="ja-JP" dirty="0"/>
              <a:t>Z</a:t>
            </a:r>
            <a:r>
              <a:rPr lang="ja-JP" altLang="en-US" dirty="0"/>
              <a:t>キーを押したら、メニュー画面に遷移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45312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>
            <a:extLst>
              <a:ext uri="{FF2B5EF4-FFF2-40B4-BE49-F238E27FC236}">
                <a16:creationId xmlns:a16="http://schemas.microsoft.com/office/drawing/2014/main" id="{00C0D9A6-4B10-41DA-B4FA-17B52CE3BB7D}"/>
              </a:ext>
            </a:extLst>
          </p:cNvPr>
          <p:cNvSpPr txBox="1">
            <a:spLocks/>
          </p:cNvSpPr>
          <p:nvPr/>
        </p:nvSpPr>
        <p:spPr>
          <a:xfrm>
            <a:off x="304800" y="1039904"/>
            <a:ext cx="6329082" cy="96398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5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The</a:t>
            </a:r>
            <a:r>
              <a:rPr lang="en-US" altLang="ja-JP" sz="5400" b="1" dirty="0">
                <a:latin typeface="Arial Narrow" panose="020B0606020202030204" pitchFamily="34" charset="0"/>
              </a:rPr>
              <a:t> </a:t>
            </a:r>
            <a:r>
              <a:rPr lang="en-US" altLang="ja-JP" sz="5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Triple</a:t>
            </a:r>
            <a:r>
              <a:rPr lang="en-US" altLang="ja-JP" sz="5400" b="1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en-US" altLang="ja-JP" sz="54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Transform</a:t>
            </a:r>
            <a:endParaRPr lang="ja-JP" altLang="en-US" sz="5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67241BA-6C55-4097-9A11-0793A3AD4CE0}"/>
              </a:ext>
            </a:extLst>
          </p:cNvPr>
          <p:cNvSpPr txBox="1"/>
          <p:nvPr/>
        </p:nvSpPr>
        <p:spPr>
          <a:xfrm>
            <a:off x="1792942" y="2598003"/>
            <a:ext cx="27252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ステージ選択</a:t>
            </a:r>
            <a:endParaRPr kumimoji="1" lang="en-US" altLang="ja-JP" sz="2400" dirty="0"/>
          </a:p>
          <a:p>
            <a:r>
              <a:rPr lang="ja-JP" altLang="en-US" sz="2400" dirty="0"/>
              <a:t>チュートリアル</a:t>
            </a:r>
            <a:endParaRPr kumimoji="1" lang="en-US" altLang="ja-JP" sz="2400" dirty="0"/>
          </a:p>
        </p:txBody>
      </p:sp>
      <p:sp>
        <p:nvSpPr>
          <p:cNvPr id="5" name="二等辺三角形 4">
            <a:extLst>
              <a:ext uri="{FF2B5EF4-FFF2-40B4-BE49-F238E27FC236}">
                <a16:creationId xmlns:a16="http://schemas.microsoft.com/office/drawing/2014/main" id="{5F9A590F-6F4F-485D-86CF-9802FFF5A9D0}"/>
              </a:ext>
            </a:extLst>
          </p:cNvPr>
          <p:cNvSpPr/>
          <p:nvPr/>
        </p:nvSpPr>
        <p:spPr>
          <a:xfrm rot="5400000">
            <a:off x="1554495" y="2679826"/>
            <a:ext cx="243809" cy="233083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AC97896-BCC5-4F6A-9F71-589D4847FC9F}"/>
              </a:ext>
            </a:extLst>
          </p:cNvPr>
          <p:cNvSpPr txBox="1"/>
          <p:nvPr/>
        </p:nvSpPr>
        <p:spPr>
          <a:xfrm>
            <a:off x="6651812" y="1326776"/>
            <a:ext cx="5253317" cy="53368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bg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詳細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7541F47-1BF5-416B-AC15-A8940F9974D7}"/>
              </a:ext>
            </a:extLst>
          </p:cNvPr>
          <p:cNvSpPr txBox="1"/>
          <p:nvPr/>
        </p:nvSpPr>
        <p:spPr>
          <a:xfrm>
            <a:off x="6651812" y="1860456"/>
            <a:ext cx="525331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■はじめに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lang="ja-JP" altLang="en-US" dirty="0"/>
              <a:t>以下に記載する部分以外はタイトルと同じ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72E0FC1-AD07-4BCF-AE34-5E63CBA2B6AB}"/>
              </a:ext>
            </a:extLst>
          </p:cNvPr>
          <p:cNvSpPr txBox="1"/>
          <p:nvPr/>
        </p:nvSpPr>
        <p:spPr>
          <a:xfrm>
            <a:off x="6651812" y="2531507"/>
            <a:ext cx="5253317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■ステージ選択、チュートリアル</a:t>
            </a:r>
            <a:endParaRPr kumimoji="1" lang="en-US" altLang="ja-JP" dirty="0"/>
          </a:p>
          <a:p>
            <a:r>
              <a:rPr lang="ja-JP" altLang="en-US" dirty="0"/>
              <a:t>・選択中の項目の左側にカーソルを表示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702FC77-DF8D-44CC-A1C1-3203809D537F}"/>
              </a:ext>
            </a:extLst>
          </p:cNvPr>
          <p:cNvSpPr txBox="1"/>
          <p:nvPr/>
        </p:nvSpPr>
        <p:spPr>
          <a:xfrm>
            <a:off x="6651812" y="3177838"/>
            <a:ext cx="5253317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■遷移</a:t>
            </a:r>
            <a:endParaRPr kumimoji="1" lang="en-US" altLang="ja-JP" dirty="0"/>
          </a:p>
          <a:p>
            <a:r>
              <a:rPr kumimoji="1" lang="ja-JP" altLang="en-US" dirty="0"/>
              <a:t>・ステージ選択</a:t>
            </a:r>
            <a:endParaRPr kumimoji="1" lang="en-US" altLang="ja-JP" dirty="0"/>
          </a:p>
          <a:p>
            <a:r>
              <a:rPr kumimoji="1" lang="ja-JP" altLang="en-US" dirty="0"/>
              <a:t>　▷ステージ選択画面へ</a:t>
            </a:r>
            <a:endParaRPr kumimoji="1" lang="en-US" altLang="ja-JP" dirty="0"/>
          </a:p>
          <a:p>
            <a:r>
              <a:rPr lang="ja-JP" altLang="en-US" dirty="0"/>
              <a:t>・チュートリアル</a:t>
            </a:r>
            <a:endParaRPr kumimoji="1" lang="en-US" altLang="ja-JP" dirty="0"/>
          </a:p>
          <a:p>
            <a:r>
              <a:rPr lang="ja-JP" altLang="en-US" dirty="0"/>
              <a:t>　▷チュートリアルステージ開始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670CCCD-99C8-42F9-A20C-85BB2ABAD4C7}"/>
              </a:ext>
            </a:extLst>
          </p:cNvPr>
          <p:cNvSpPr txBox="1"/>
          <p:nvPr/>
        </p:nvSpPr>
        <p:spPr>
          <a:xfrm>
            <a:off x="0" y="0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u="sng" dirty="0"/>
              <a:t>タイトル画面 → メニュー画面</a:t>
            </a:r>
          </a:p>
        </p:txBody>
      </p:sp>
    </p:spTree>
    <p:extLst>
      <p:ext uri="{BB962C8B-B14F-4D97-AF65-F5344CB8AC3E}">
        <p14:creationId xmlns:p14="http://schemas.microsoft.com/office/powerpoint/2010/main" val="4021471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8A1FCE8-BE6E-4C1D-B00A-0FF690E36F2C}"/>
              </a:ext>
            </a:extLst>
          </p:cNvPr>
          <p:cNvSpPr txBox="1"/>
          <p:nvPr/>
        </p:nvSpPr>
        <p:spPr>
          <a:xfrm>
            <a:off x="0" y="0"/>
            <a:ext cx="2635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u="sng" dirty="0"/>
              <a:t>ステージ選択画面</a:t>
            </a:r>
            <a:endParaRPr kumimoji="1" lang="ja-JP" altLang="en-US" u="sng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A37FBE4-9D52-4DC7-B2B4-46610996B1C6}"/>
              </a:ext>
            </a:extLst>
          </p:cNvPr>
          <p:cNvSpPr txBox="1"/>
          <p:nvPr/>
        </p:nvSpPr>
        <p:spPr>
          <a:xfrm>
            <a:off x="1317812" y="1416423"/>
            <a:ext cx="17391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ステージ１</a:t>
            </a:r>
            <a:endParaRPr kumimoji="1" lang="en-US" altLang="ja-JP" sz="2400" dirty="0"/>
          </a:p>
          <a:p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ステージ２</a:t>
            </a:r>
            <a:endParaRPr lang="en-US" altLang="ja-JP" sz="2400" dirty="0"/>
          </a:p>
          <a:p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ステージ３</a:t>
            </a:r>
          </a:p>
        </p:txBody>
      </p:sp>
      <p:sp>
        <p:nvSpPr>
          <p:cNvPr id="4" name="二等辺三角形 3">
            <a:extLst>
              <a:ext uri="{FF2B5EF4-FFF2-40B4-BE49-F238E27FC236}">
                <a16:creationId xmlns:a16="http://schemas.microsoft.com/office/drawing/2014/main" id="{1BEFABEA-257D-4775-AB6D-16B3ABBB70ED}"/>
              </a:ext>
            </a:extLst>
          </p:cNvPr>
          <p:cNvSpPr/>
          <p:nvPr/>
        </p:nvSpPr>
        <p:spPr>
          <a:xfrm rot="5400000">
            <a:off x="1048871" y="1488140"/>
            <a:ext cx="286870" cy="251012"/>
          </a:xfrm>
          <a:prstGeom prst="triangl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7D3CEE3-4AAF-414A-AE6B-627A81FAB876}"/>
              </a:ext>
            </a:extLst>
          </p:cNvPr>
          <p:cNvSpPr txBox="1"/>
          <p:nvPr/>
        </p:nvSpPr>
        <p:spPr>
          <a:xfrm>
            <a:off x="6096000" y="765689"/>
            <a:ext cx="5809129" cy="53368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bg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詳細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07C826F-C302-4915-83EA-19214452A69F}"/>
              </a:ext>
            </a:extLst>
          </p:cNvPr>
          <p:cNvSpPr txBox="1"/>
          <p:nvPr/>
        </p:nvSpPr>
        <p:spPr>
          <a:xfrm>
            <a:off x="6096000" y="1299369"/>
            <a:ext cx="580912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■はじめに</a:t>
            </a:r>
            <a:endParaRPr kumimoji="1" lang="en-US" altLang="ja-JP" dirty="0"/>
          </a:p>
          <a:p>
            <a:r>
              <a:rPr kumimoji="1" lang="ja-JP" altLang="en-US" dirty="0"/>
              <a:t>・ステージは３つ</a:t>
            </a:r>
            <a:r>
              <a:rPr kumimoji="1" lang="en-US" altLang="ja-JP" dirty="0"/>
              <a:t>(</a:t>
            </a:r>
            <a:r>
              <a:rPr kumimoji="1" lang="ja-JP" altLang="en-US" dirty="0"/>
              <a:t>増えるかも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84C76BC-0296-45BE-961E-23735E89FF50}"/>
              </a:ext>
            </a:extLst>
          </p:cNvPr>
          <p:cNvSpPr txBox="1"/>
          <p:nvPr/>
        </p:nvSpPr>
        <p:spPr>
          <a:xfrm>
            <a:off x="6096000" y="1970420"/>
            <a:ext cx="5809129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■ステージ</a:t>
            </a:r>
            <a:endParaRPr kumimoji="1" lang="en-US" altLang="ja-JP" dirty="0"/>
          </a:p>
          <a:p>
            <a:r>
              <a:rPr lang="ja-JP" altLang="en-US" dirty="0"/>
              <a:t>・最初はステージ</a:t>
            </a:r>
            <a:r>
              <a:rPr lang="en-US" altLang="ja-JP" dirty="0"/>
              <a:t>2</a:t>
            </a:r>
            <a:r>
              <a:rPr lang="ja-JP" altLang="en-US" dirty="0"/>
              <a:t>とステージ</a:t>
            </a:r>
            <a:r>
              <a:rPr lang="en-US" altLang="ja-JP" dirty="0"/>
              <a:t>3</a:t>
            </a:r>
            <a:r>
              <a:rPr lang="ja-JP" altLang="en-US" dirty="0"/>
              <a:t>はロックされている</a:t>
            </a:r>
            <a:endParaRPr lang="en-US" altLang="ja-JP" dirty="0"/>
          </a:p>
          <a:p>
            <a:r>
              <a:rPr kumimoji="1" lang="ja-JP" altLang="en-US" dirty="0"/>
              <a:t>・１をクリアすると２が、２をクリアすると３が解放</a:t>
            </a:r>
            <a:endParaRPr kumimoji="1" lang="en-US" altLang="ja-JP" dirty="0"/>
          </a:p>
          <a:p>
            <a:r>
              <a:rPr kumimoji="1" lang="ja-JP" altLang="en-US" dirty="0"/>
              <a:t>　される</a:t>
            </a:r>
            <a:endParaRPr kumimoji="1" lang="en-US" altLang="ja-JP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A6C3022-9DC3-48F8-BD5A-7E5F2522AFB4}"/>
              </a:ext>
            </a:extLst>
          </p:cNvPr>
          <p:cNvSpPr txBox="1"/>
          <p:nvPr/>
        </p:nvSpPr>
        <p:spPr>
          <a:xfrm>
            <a:off x="6095999" y="3195469"/>
            <a:ext cx="580912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■遷移</a:t>
            </a:r>
            <a:endParaRPr kumimoji="1" lang="en-US" altLang="ja-JP" dirty="0"/>
          </a:p>
          <a:p>
            <a:r>
              <a:rPr kumimoji="1" lang="ja-JP" altLang="en-US" dirty="0"/>
              <a:t>・それぞれのステージに遷移する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F029819-081B-4862-A272-59F347DCBCB9}"/>
              </a:ext>
            </a:extLst>
          </p:cNvPr>
          <p:cNvSpPr txBox="1"/>
          <p:nvPr/>
        </p:nvSpPr>
        <p:spPr>
          <a:xfrm>
            <a:off x="6095998" y="3841800"/>
            <a:ext cx="5809129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■その他</a:t>
            </a:r>
            <a:endParaRPr kumimoji="1" lang="en-US" altLang="ja-JP" dirty="0"/>
          </a:p>
          <a:p>
            <a:r>
              <a:rPr lang="ja-JP" altLang="en-US" dirty="0"/>
              <a:t>・前の画面は裏側に残しておく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33285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217</Words>
  <Application>Microsoft Office PowerPoint</Application>
  <PresentationFormat>ワイド画面</PresentationFormat>
  <Paragraphs>51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BIZ UDゴシック</vt:lpstr>
      <vt:lpstr>游ゴシック</vt:lpstr>
      <vt:lpstr>游ゴシック Light</vt:lpstr>
      <vt:lpstr>Arial</vt:lpstr>
      <vt:lpstr>Arial Narrow</vt:lpstr>
      <vt:lpstr>Office テーマ</vt:lpstr>
      <vt:lpstr>The Triple Transform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Triple Transform</dc:title>
  <dc:creator>秋吉　晟吾</dc:creator>
  <cp:lastModifiedBy>秋吉　晟吾</cp:lastModifiedBy>
  <cp:revision>10</cp:revision>
  <dcterms:created xsi:type="dcterms:W3CDTF">2026-02-04T02:52:30Z</dcterms:created>
  <dcterms:modified xsi:type="dcterms:W3CDTF">2026-02-05T02:35:43Z</dcterms:modified>
</cp:coreProperties>
</file>