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C7DCED-6758-4647-B902-FD199D742EB5}"/>
              </a:ext>
            </a:extLst>
          </p:cNvPr>
          <p:cNvSpPr txBox="1"/>
          <p:nvPr/>
        </p:nvSpPr>
        <p:spPr>
          <a:xfrm>
            <a:off x="465221" y="1187116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38E252-9699-4A37-8898-FB19CC996914}"/>
              </a:ext>
            </a:extLst>
          </p:cNvPr>
          <p:cNvSpPr txBox="1"/>
          <p:nvPr/>
        </p:nvSpPr>
        <p:spPr>
          <a:xfrm>
            <a:off x="465220" y="1556448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・プレイヤーの</a:t>
            </a:r>
            <a:r>
              <a:rPr lang="en-US" altLang="ja-JP" dirty="0"/>
              <a:t>HP</a:t>
            </a:r>
            <a:r>
              <a:rPr lang="ja-JP" altLang="en-US" dirty="0"/>
              <a:t>は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FD537FF-C5EA-4ABC-A420-58D0A31F5B8F}"/>
              </a:ext>
            </a:extLst>
          </p:cNvPr>
          <p:cNvSpPr txBox="1"/>
          <p:nvPr/>
        </p:nvSpPr>
        <p:spPr>
          <a:xfrm>
            <a:off x="465220" y="192578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21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工野　夢香</cp:lastModifiedBy>
  <cp:revision>2</cp:revision>
  <dcterms:created xsi:type="dcterms:W3CDTF">2026-02-04T02:49:19Z</dcterms:created>
  <dcterms:modified xsi:type="dcterms:W3CDTF">2026-02-04T02:59:41Z</dcterms:modified>
</cp:coreProperties>
</file>