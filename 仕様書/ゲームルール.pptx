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261C3-15E0-4D8F-9DC7-5BE09CFA8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3FCF34-B3C1-4B71-865D-91828E0BE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83DDD8-CF64-411E-B358-583E6047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B1743A-EB52-4E54-BE57-ECCBC36E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6216E9-2FFC-40F2-87FF-85462450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14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F35562-26DE-4C91-83F3-123ACB50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935F9D-203C-4C6C-A742-4BA430691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4CA0AE-37BD-40D9-BEC7-8691F0A2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C8FD80-7FD8-4C01-B18E-86DF78E3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8BD02A-CDA0-4141-91D4-3135C8AF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41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696C2-620E-4CB8-A134-233650C0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756821-ED64-4D9B-B232-C40ED0AC7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72D424-D4C2-43CB-8D5B-6DFF6D28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AF08B-90B0-45D9-969C-07FA2588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686840-AF2A-472C-BFA9-4299A407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38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59F5E-8F07-4864-A95A-C9FDBE81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86E31C-E499-473F-9C25-F28CC3D7C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C89767-A643-42CF-A4FD-F2635246A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D1D599-4CEC-4290-9BE9-95244E1B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72FF4-2A32-47A4-BB52-687C3D05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1B6FC3-5C4C-4CC0-90F7-F28CF22D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30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496D3-0880-440A-9AA2-A3B87E8C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30E9DA-9F91-40CE-9746-A04660B47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D0E94C-79F1-41DC-A47B-1A67C1F21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EB6A21-140A-40AD-B7C7-77A637A29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D57D29-E4B5-4D05-B8F8-EAD5E0FC5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F48BDC-E877-4C69-B7AB-FC8F3021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5652AE-E418-4BB6-9EE6-F331FFE3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F2ADA4-A4BE-46FA-8BAE-1E044A53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83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23E2A-1DA4-443F-AB1D-EFE0DF44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42B1E3-1EA5-437B-BFD5-6B57B409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A71E85-D4A6-4DA8-9459-5FB9BB94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0F0605-39CE-4A38-BB43-6A574977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35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E90B9F-99BA-455C-B279-B4086884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F6F61A-2CAE-423B-937E-C771D75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7BDADD-0A18-4E16-A897-E7DEE66C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16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C1FB9-9976-447B-8383-9F1113D9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04594B-6E55-4182-9F1B-E11EBCCF2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CD7CED-2C1B-45D3-8D8D-EF45C61A7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93A3E7-36B2-42DD-BA19-C654CA5E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D43638-817A-441C-95A4-7F95074BF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A96528-7730-49E0-B5FC-1EF649E6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17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CA03A-3968-492E-8F4A-E410F8D8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B14403-DBC5-40EA-8F3A-A576EA2E3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D5A1A4-206A-4D32-9FE3-21B171223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EB4F2B-1BA2-498E-8A14-B3F81381A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5A6BD7-29AC-479F-B2A0-BBD735EC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D2E236-0048-47A4-93D2-E216F3F2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20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66327-0D47-4391-8237-28D19282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5F37EE-622C-4398-8EE6-1FDCEC65B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8E345A-3BB6-4C8D-8FEF-9BD85AC4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1FC2ED-BBCC-482D-9066-56C021B8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4C7E6E-BDDA-4438-88ED-0FEE5443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17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59C69D5-6EB5-4C71-8F00-EFD3EDAD3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B06F14-E831-4174-A5FD-5A313678E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338539-31FF-4DCB-BF78-C17174D7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E31DC5-1DC7-48A9-A2A9-01FB451C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75E6C8-D5DE-480B-8862-DA60FA78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081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FBB938B-D5FD-407B-86DC-F577D5EA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C0EF5B-1310-4621-89D8-BB2F8A933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9C36F6-430A-48AF-8CD4-9E7FD9123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CE0AF-FDD9-428B-9B6C-89E4A49222C7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B1709D-B1A6-4061-9DC1-0D36221F5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F5887-D8B3-4622-B55B-B639F7356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43C82-4341-4F69-ACBB-7DE78D183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75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0B9C2C-279B-4850-9E85-E223C9251393}"/>
              </a:ext>
            </a:extLst>
          </p:cNvPr>
          <p:cNvSpPr txBox="1"/>
          <p:nvPr/>
        </p:nvSpPr>
        <p:spPr>
          <a:xfrm>
            <a:off x="144379" y="17646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ゲームルール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C7DCED-6758-4647-B902-FD199D742EB5}"/>
              </a:ext>
            </a:extLst>
          </p:cNvPr>
          <p:cNvSpPr txBox="1"/>
          <p:nvPr/>
        </p:nvSpPr>
        <p:spPr>
          <a:xfrm>
            <a:off x="465221" y="1187116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・青状態と赤状態は常に自由に切り替えることができる</a:t>
            </a:r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38E252-9699-4A37-8898-FB19CC996914}"/>
              </a:ext>
            </a:extLst>
          </p:cNvPr>
          <p:cNvSpPr txBox="1"/>
          <p:nvPr/>
        </p:nvSpPr>
        <p:spPr>
          <a:xfrm>
            <a:off x="465221" y="2246414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・一度でもダメージを受けるとチェックポイントに戻る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B13C5B9-8720-4B39-95DA-E0FF31D89D93}"/>
              </a:ext>
            </a:extLst>
          </p:cNvPr>
          <p:cNvSpPr txBox="1"/>
          <p:nvPr/>
        </p:nvSpPr>
        <p:spPr>
          <a:xfrm>
            <a:off x="467146" y="2615746"/>
            <a:ext cx="5035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・ゴールにたどり着いたら次のステージに行く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8098D76-4D26-4AD0-9733-F691AD7586FB}"/>
              </a:ext>
            </a:extLst>
          </p:cNvPr>
          <p:cNvSpPr txBox="1"/>
          <p:nvPr/>
        </p:nvSpPr>
        <p:spPr>
          <a:xfrm>
            <a:off x="465220" y="1551438"/>
            <a:ext cx="7523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・黄色の敵を倒すことで黄色状態になることができるようになる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58E74F-7D66-42A6-86D4-C731F54FF754}"/>
              </a:ext>
            </a:extLst>
          </p:cNvPr>
          <p:cNvSpPr txBox="1"/>
          <p:nvPr/>
        </p:nvSpPr>
        <p:spPr>
          <a:xfrm>
            <a:off x="7283117" y="5959642"/>
            <a:ext cx="4652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MEMO</a:t>
            </a:r>
            <a:br>
              <a:rPr kumimoji="1" lang="en-US" altLang="ja-JP" dirty="0"/>
            </a:br>
            <a:r>
              <a:rPr kumimoji="1" lang="ja-JP" altLang="en-US" dirty="0"/>
              <a:t>完全ステージ制</a:t>
            </a:r>
            <a:r>
              <a:rPr kumimoji="1" lang="en-US" altLang="ja-JP" dirty="0"/>
              <a:t>(</a:t>
            </a:r>
            <a:r>
              <a:rPr kumimoji="1" lang="ja-JP" altLang="en-US" dirty="0"/>
              <a:t>ステージ</a:t>
            </a:r>
            <a:r>
              <a:rPr kumimoji="1" lang="en-US" altLang="ja-JP" dirty="0"/>
              <a:t>1</a:t>
            </a:r>
            <a:r>
              <a:rPr kumimoji="1" lang="ja-JP" altLang="en-US" dirty="0"/>
              <a:t>・ステージ</a:t>
            </a:r>
            <a:r>
              <a:rPr kumimoji="1" lang="en-US" altLang="ja-JP" dirty="0"/>
              <a:t>2…)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5D692F-8C0A-47F8-A837-178BAB4E6781}"/>
              </a:ext>
            </a:extLst>
          </p:cNvPr>
          <p:cNvSpPr txBox="1"/>
          <p:nvPr/>
        </p:nvSpPr>
        <p:spPr>
          <a:xfrm>
            <a:off x="467146" y="1882092"/>
            <a:ext cx="503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1</a:t>
            </a:r>
            <a:r>
              <a:rPr kumimoji="1" lang="ja-JP" altLang="en-US" dirty="0"/>
              <a:t>ステージにつき残機は</a:t>
            </a:r>
            <a:r>
              <a:rPr kumimoji="1" lang="en-US" altLang="ja-JP" dirty="0"/>
              <a:t>3</a:t>
            </a:r>
            <a:r>
              <a:rPr kumimoji="1" lang="ja-JP" altLang="en-US" dirty="0"/>
              <a:t>つ</a:t>
            </a:r>
          </a:p>
        </p:txBody>
      </p:sp>
    </p:spTree>
    <p:extLst>
      <p:ext uri="{BB962C8B-B14F-4D97-AF65-F5344CB8AC3E}">
        <p14:creationId xmlns:p14="http://schemas.microsoft.com/office/powerpoint/2010/main" val="405902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EBCC04-D2BD-4881-B301-082492C58A87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基本操作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DD55CBF3-1CA3-452E-9413-250156311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180247"/>
              </p:ext>
            </p:extLst>
          </p:nvPr>
        </p:nvGraphicFramePr>
        <p:xfrm>
          <a:off x="467894" y="1051560"/>
          <a:ext cx="812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256635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634067"/>
                    </a:ext>
                  </a:extLst>
                </a:gridCol>
              </a:tblGrid>
              <a:tr h="31060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操作キー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63759"/>
                  </a:ext>
                </a:extLst>
              </a:tr>
              <a:tr h="31060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モード切替画面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モード切替画面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88564"/>
                  </a:ext>
                </a:extLst>
              </a:tr>
              <a:tr h="310604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SPACE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ジャンプ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317182"/>
                  </a:ext>
                </a:extLst>
              </a:tr>
              <a:tr h="310604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・攻撃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赤状態のみ</a:t>
                      </a:r>
                      <a:r>
                        <a:rPr kumimoji="1" lang="en-US" altLang="ja-JP" dirty="0"/>
                        <a:t>)</a:t>
                      </a:r>
                    </a:p>
                    <a:p>
                      <a:r>
                        <a:rPr kumimoji="1" lang="ja-JP" altLang="en-US" dirty="0"/>
                        <a:t>・決定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モード切替画面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341446"/>
                  </a:ext>
                </a:extLst>
              </a:tr>
              <a:tr h="306349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モード切替画面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505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70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AD7024-E8E9-4966-BDAC-B4F44029CAD3}"/>
              </a:ext>
            </a:extLst>
          </p:cNvPr>
          <p:cNvSpPr txBox="1"/>
          <p:nvPr/>
        </p:nvSpPr>
        <p:spPr>
          <a:xfrm>
            <a:off x="0" y="9625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モード切替画面</a:t>
            </a:r>
            <a:r>
              <a:rPr lang="ja-JP" altLang="en-US" dirty="0"/>
              <a:t>について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70FCF7-20AD-487A-95BE-2749CB2A086E}"/>
              </a:ext>
            </a:extLst>
          </p:cNvPr>
          <p:cNvSpPr txBox="1"/>
          <p:nvPr/>
        </p:nvSpPr>
        <p:spPr>
          <a:xfrm>
            <a:off x="617621" y="818147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・モード切替画面を押すと敵・プレイヤーの動きが止まる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C2D322-A941-4DA2-8875-1A2E37DE8F54}"/>
              </a:ext>
            </a:extLst>
          </p:cNvPr>
          <p:cNvSpPr txBox="1"/>
          <p:nvPr/>
        </p:nvSpPr>
        <p:spPr>
          <a:xfrm>
            <a:off x="617621" y="1170709"/>
            <a:ext cx="1034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lang="ja-JP" altLang="en-US" dirty="0"/>
              <a:t>カーソル</a:t>
            </a:r>
            <a:r>
              <a:rPr kumimoji="1" lang="ja-JP" altLang="en-US" dirty="0"/>
              <a:t>キーで使用する強化状態を選択、決定キーを押した瞬間に敵・プレイヤーが動き始める</a:t>
            </a:r>
          </a:p>
        </p:txBody>
      </p:sp>
    </p:spTree>
    <p:extLst>
      <p:ext uri="{BB962C8B-B14F-4D97-AF65-F5344CB8AC3E}">
        <p14:creationId xmlns:p14="http://schemas.microsoft.com/office/powerpoint/2010/main" val="102596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148</Words>
  <Application>Microsoft Office PowerPoint</Application>
  <PresentationFormat>ワイド画面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工野　夢香</dc:creator>
  <cp:lastModifiedBy>秋吉　晟吾</cp:lastModifiedBy>
  <cp:revision>7</cp:revision>
  <dcterms:created xsi:type="dcterms:W3CDTF">2026-02-04T02:49:19Z</dcterms:created>
  <dcterms:modified xsi:type="dcterms:W3CDTF">2026-02-05T03:17:25Z</dcterms:modified>
</cp:coreProperties>
</file>