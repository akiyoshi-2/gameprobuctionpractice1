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5221" y="2246414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・一度でもダメージを受けるとチェックポイントに戻る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B13C5B9-8720-4B39-95DA-E0FF31D89D93}"/>
              </a:ext>
            </a:extLst>
          </p:cNvPr>
          <p:cNvSpPr txBox="1"/>
          <p:nvPr/>
        </p:nvSpPr>
        <p:spPr>
          <a:xfrm>
            <a:off x="467146" y="2615746"/>
            <a:ext cx="5035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・ゴールにたどり着いたら次のステージに行く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465220" y="1551438"/>
            <a:ext cx="75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・黄色の敵を倒すことで黄色状態になることができるようになる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5D692F-8C0A-47F8-A837-178BAB4E6781}"/>
              </a:ext>
            </a:extLst>
          </p:cNvPr>
          <p:cNvSpPr txBox="1"/>
          <p:nvPr/>
        </p:nvSpPr>
        <p:spPr>
          <a:xfrm>
            <a:off x="467146" y="1882092"/>
            <a:ext cx="5035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1</a:t>
            </a:r>
            <a:r>
              <a:rPr kumimoji="1" lang="ja-JP" altLang="en-US" dirty="0"/>
              <a:t>ステージにつき残機は</a:t>
            </a:r>
            <a:r>
              <a:rPr kumimoji="1" lang="en-US" altLang="ja-JP" dirty="0"/>
              <a:t>3</a:t>
            </a:r>
            <a:r>
              <a:rPr kumimoji="1" lang="ja-JP" altLang="en-US" dirty="0"/>
              <a:t>つ</a:t>
            </a:r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08352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6186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C2D322-A941-4DA2-8875-1A2E37DE8F54}"/>
              </a:ext>
            </a:extLst>
          </p:cNvPr>
          <p:cNvSpPr txBox="1"/>
          <p:nvPr/>
        </p:nvSpPr>
        <p:spPr>
          <a:xfrm>
            <a:off x="617621" y="1170709"/>
            <a:ext cx="103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カーソル</a:t>
            </a:r>
            <a:r>
              <a:rPr kumimoji="1" lang="ja-JP" altLang="en-US" dirty="0"/>
              <a:t>キーで使用する強化状態を選択、決定キーを押した瞬間に敵・プレイヤーが動き始める</a:t>
            </a:r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149</Words>
  <Application>Microsoft Office PowerPoint</Application>
  <PresentationFormat>ワイド画面</PresentationFormat>
  <Paragraphs>23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秋吉　晟吾</cp:lastModifiedBy>
  <cp:revision>8</cp:revision>
  <dcterms:created xsi:type="dcterms:W3CDTF">2026-02-04T02:49:19Z</dcterms:created>
  <dcterms:modified xsi:type="dcterms:W3CDTF">2026-02-05T03:18:17Z</dcterms:modified>
</cp:coreProperties>
</file>