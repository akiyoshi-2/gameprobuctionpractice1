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929209" y="1004502"/>
            <a:ext cx="86639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  <a:p>
            <a:r>
              <a:rPr lang="ja-JP" altLang="en-US" dirty="0"/>
              <a:t>・黄色の敵を倒すことで黄色状態になることができるようになる</a:t>
            </a:r>
            <a:endParaRPr lang="en-US" altLang="ja-JP" dirty="0"/>
          </a:p>
          <a:p>
            <a:r>
              <a:rPr lang="ja-JP" altLang="en-US" dirty="0"/>
              <a:t>・</a:t>
            </a:r>
            <a:r>
              <a:rPr lang="en-US" altLang="ja-JP" dirty="0"/>
              <a:t>1</a:t>
            </a:r>
            <a:r>
              <a:rPr lang="ja-JP" altLang="en-US" dirty="0"/>
              <a:t>ステージに進んでも減った残機は維持される</a:t>
            </a:r>
            <a:endParaRPr lang="en-US" altLang="ja-JP" dirty="0"/>
          </a:p>
          <a:p>
            <a:r>
              <a:rPr lang="ja-JP" altLang="en-US" dirty="0"/>
              <a:t>・次のステージに進んでも減った残機は変わらず維持される</a:t>
            </a:r>
            <a:endParaRPr lang="en-US" altLang="ja-JP" dirty="0"/>
          </a:p>
          <a:p>
            <a:r>
              <a:rPr lang="ja-JP" altLang="en-US" dirty="0"/>
              <a:t>・残機が</a:t>
            </a:r>
            <a:r>
              <a:rPr lang="en-US" altLang="ja-JP" dirty="0"/>
              <a:t>0</a:t>
            </a:r>
            <a:r>
              <a:rPr lang="ja-JP" altLang="en-US" dirty="0"/>
              <a:t>になるとゲームオーバーになり、ステージ</a:t>
            </a:r>
            <a:r>
              <a:rPr lang="en-US" altLang="ja-JP" dirty="0"/>
              <a:t>1</a:t>
            </a:r>
            <a:r>
              <a:rPr lang="ja-JP" altLang="en-US" dirty="0"/>
              <a:t>からやり直しになる</a:t>
            </a:r>
            <a:endParaRPr lang="en-US" altLang="ja-JP" dirty="0"/>
          </a:p>
          <a:p>
            <a:r>
              <a:rPr lang="ja-JP" altLang="en-US" dirty="0"/>
              <a:t>・敵を倒すことでスコアを獲得し、一定スコア</a:t>
            </a:r>
            <a:r>
              <a:rPr lang="en-US" altLang="ja-JP" dirty="0"/>
              <a:t>(1000</a:t>
            </a:r>
            <a:r>
              <a:rPr lang="ja-JP" altLang="en-US" dirty="0"/>
              <a:t>予定</a:t>
            </a:r>
            <a:r>
              <a:rPr lang="en-US" altLang="ja-JP" dirty="0"/>
              <a:t>)</a:t>
            </a:r>
            <a:r>
              <a:rPr lang="ja-JP" altLang="en-US" dirty="0"/>
              <a:t>に達すると残機を</a:t>
            </a:r>
            <a:r>
              <a:rPr lang="en-US" altLang="ja-JP" dirty="0"/>
              <a:t>1</a:t>
            </a:r>
            <a:r>
              <a:rPr lang="ja-JP" altLang="en-US" dirty="0"/>
              <a:t>追加</a:t>
            </a:r>
            <a:endParaRPr lang="en-US" altLang="ja-JP" dirty="0"/>
          </a:p>
          <a:p>
            <a:r>
              <a:rPr lang="ja-JP" altLang="en-US" dirty="0"/>
              <a:t>・ゴールについたらそのまま次のステージが開始</a:t>
            </a:r>
            <a:endParaRPr lang="en-US" altLang="ja-JP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08352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10341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  <a:endParaRPr kumimoji="1" lang="en-US" altLang="ja-JP" dirty="0"/>
          </a:p>
          <a:p>
            <a:r>
              <a:rPr lang="ja-JP" altLang="en-US" dirty="0"/>
              <a:t>・カーソルキーで使用する強化状態を選択、決定キーを押した瞬間に敵・プレイヤーが動き始める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197</Words>
  <Application>Microsoft Office PowerPoint</Application>
  <PresentationFormat>ワイド画面</PresentationFormat>
  <Paragraphs>25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14</cp:revision>
  <dcterms:created xsi:type="dcterms:W3CDTF">2026-02-04T02:49:19Z</dcterms:created>
  <dcterms:modified xsi:type="dcterms:W3CDTF">2026-02-09T01:56:27Z</dcterms:modified>
</cp:coreProperties>
</file>