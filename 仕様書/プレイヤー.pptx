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44" autoAdjust="0"/>
    <p:restoredTop sz="94660"/>
  </p:normalViewPr>
  <p:slideViewPr>
    <p:cSldViewPr snapToGrid="0">
      <p:cViewPr varScale="1">
        <p:scale>
          <a:sx n="54" d="100"/>
          <a:sy n="54" d="100"/>
        </p:scale>
        <p:origin x="90" y="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353EEA-7BE2-4083-A2CB-0B7B5C1ED1F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8898C49-6CD7-4409-8F64-B72A63D78E2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B09EE7BB-AA0B-4A6D-9F67-05EB9411687D}"/>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956BE6C5-BB98-4617-BDD7-259945E889A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BD52E90-7B5D-4247-9CFC-202E690A641B}"/>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6328074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C83E19-D559-4279-B21E-CD489598975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FF7775D-B6BE-4207-9D7D-4FE5BD3D3A0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3C813B2-747F-49B2-8F5E-018D45ACA4E3}"/>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B225F03C-265D-4452-AF53-CFBCBC96D4F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F8F54CB-EC1A-42E7-962A-B257B0DCB291}"/>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041118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F7F5E9-1FB9-4E78-BE9B-D5D591AA8D6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2C5D195-A857-4762-9DC6-19072271E4E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8963948-2466-4B82-9D82-A39076979498}"/>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A8792AC8-395C-4EDC-BBEC-C59BE4074F5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BC99D8-24C6-4306-825C-A7F06A1904B9}"/>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522534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3E3381-9E3E-4AC9-808D-77650757A06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C17CBB3-F12A-44C5-8D71-9EF2B131EDEB}"/>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E4F43F2-5550-4375-8DE4-8055B0F8DAFC}"/>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2637E04-CFED-41FE-A73A-E04D34418042}"/>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854B99DC-2C89-421E-A949-4E1159F10F2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8493ACD-EF06-4397-AB51-3B1830484AED}"/>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263066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A05C26-A6E0-47D4-A09D-3AE53C52B42A}"/>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0732138-661F-4FE2-BB28-E6F835FBA5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7CF821EB-15A8-414C-ABC0-E437C048098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8D61D2-50C0-48F4-9379-C5753DE2B2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CA03783-E14D-41E9-8BE4-669A83DCBA3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0343399-D984-4053-8D4E-6FE07C5D1C2F}"/>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8" name="フッター プレースホルダー 7">
            <a:extLst>
              <a:ext uri="{FF2B5EF4-FFF2-40B4-BE49-F238E27FC236}">
                <a16:creationId xmlns:a16="http://schemas.microsoft.com/office/drawing/2014/main" id="{33039C3A-7B15-4DCA-B6AC-8484581041B2}"/>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1453932-7381-4372-B94E-79D68B6569FD}"/>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721452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611DFE-8500-4150-9E5D-F912020CAA5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1BD7AF5-80BB-4922-A6E1-0CE94D5DBD2E}"/>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4" name="フッター プレースホルダー 3">
            <a:extLst>
              <a:ext uri="{FF2B5EF4-FFF2-40B4-BE49-F238E27FC236}">
                <a16:creationId xmlns:a16="http://schemas.microsoft.com/office/drawing/2014/main" id="{FBE0B0F2-F77B-4534-AA20-BB98D8C5064F}"/>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FEE4847-6B49-4CCC-926D-14E8889E515B}"/>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827203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D1530F0-0523-4EE7-8BAB-CBE00A3834FF}"/>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3" name="フッター プレースホルダー 2">
            <a:extLst>
              <a:ext uri="{FF2B5EF4-FFF2-40B4-BE49-F238E27FC236}">
                <a16:creationId xmlns:a16="http://schemas.microsoft.com/office/drawing/2014/main" id="{A84ABDFD-AE46-4539-8218-042743E464B0}"/>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89CB32C-839B-4CFC-AB71-73466119F2C5}"/>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5147800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9195B4-AFEC-4E31-8D6C-75AD22628B1C}"/>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AFEB223-15DE-4D63-97DD-D50A59CE82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05DAF57-8614-4100-A60A-6EA6E4C942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DB2759D-5627-415C-A48A-5180817D8067}"/>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C1B2F490-8C19-40C4-9610-9A75CB33B19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8782CC9-6271-498F-9A09-DFC904742FC7}"/>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2808223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75C5CF-A1C8-47CD-8303-60F224CA090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79A7F2E3-99A9-455B-93E5-A606618D19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D50DD6B-40AD-4DB4-AF99-3793E01B1A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D49D4DA-EA13-44DE-AA84-CD1FEAFBEBF5}"/>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229E7117-D839-4AEB-AE64-6764C816553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8B8F844-1710-4C08-85F8-90296538ED92}"/>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913986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BF5533-657E-48D8-B399-44661B2E584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6009C91-84EC-4E3E-A422-33BA20345B4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99BF6B5-9E4F-467E-BF38-7614C280EF10}"/>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554D0D5C-35DF-43FB-BCFE-3B22735E4E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DE25CC8-540B-46B8-AC4B-CBB70D8760B9}"/>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31612533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031C790-2E2D-41AB-8185-F8710850BE0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2AC010C-BE83-4F56-B5F7-06185F804E1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111A310-B2ED-405A-8675-C00D10CBDB71}"/>
              </a:ext>
            </a:extLst>
          </p:cNvPr>
          <p:cNvSpPr>
            <a:spLocks noGrp="1"/>
          </p:cNvSpPr>
          <p:nvPr>
            <p:ph type="dt" sz="half" idx="10"/>
          </p:nvPr>
        </p:nvSpPr>
        <p:spPr/>
        <p:txBody>
          <a:body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111ABB92-D067-4FEC-A969-2BA090C921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B1195C6-F8EF-4EE4-8EB5-ECFAD7712812}"/>
              </a:ext>
            </a:extLst>
          </p:cNvPr>
          <p:cNvSpPr>
            <a:spLocks noGrp="1"/>
          </p:cNvSpPr>
          <p:nvPr>
            <p:ph type="sldNum" sz="quarter" idx="12"/>
          </p:nvPr>
        </p:nvSpPr>
        <p:spPr/>
        <p:txBody>
          <a:body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7340062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FD378E0-30C7-4152-B8EE-DC8D2572E5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53F455D-A527-4826-B193-710500274F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F5F7C20-0C87-4A98-9B15-04C593C981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35ECD8-0450-4390-8DED-750FC7BBFFE4}"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85B0D886-96B4-47CC-B550-932438786D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55E059A-C623-4B0E-9436-7EDDBCF323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63C4F1-1DA3-4A1E-949B-BC5A36E596EF}" type="slidenum">
              <a:rPr kumimoji="1" lang="ja-JP" altLang="en-US" smtClean="0"/>
              <a:t>‹#›</a:t>
            </a:fld>
            <a:endParaRPr kumimoji="1" lang="ja-JP" altLang="en-US"/>
          </a:p>
        </p:txBody>
      </p:sp>
    </p:spTree>
    <p:extLst>
      <p:ext uri="{BB962C8B-B14F-4D97-AF65-F5344CB8AC3E}">
        <p14:creationId xmlns:p14="http://schemas.microsoft.com/office/powerpoint/2010/main" val="11493690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字幕 2">
            <a:extLst>
              <a:ext uri="{FF2B5EF4-FFF2-40B4-BE49-F238E27FC236}">
                <a16:creationId xmlns:a16="http://schemas.microsoft.com/office/drawing/2014/main" id="{68AA7EEB-A150-4475-99E6-A4E001C9586B}"/>
              </a:ext>
            </a:extLst>
          </p:cNvPr>
          <p:cNvSpPr>
            <a:spLocks noGrp="1"/>
          </p:cNvSpPr>
          <p:nvPr>
            <p:ph type="subTitle" idx="1"/>
          </p:nvPr>
        </p:nvSpPr>
        <p:spPr>
          <a:xfrm>
            <a:off x="1524000" y="914400"/>
            <a:ext cx="9144000" cy="4343400"/>
          </a:xfrm>
        </p:spPr>
        <p:txBody>
          <a:bodyPr>
            <a:normAutofit/>
          </a:bodyPr>
          <a:lstStyle/>
          <a:p>
            <a:pPr algn="l"/>
            <a:r>
              <a:rPr kumimoji="1" lang="ja-JP" altLang="en-US" sz="2000" dirty="0"/>
              <a:t>・残機は</a:t>
            </a:r>
            <a:r>
              <a:rPr kumimoji="1" lang="en-US" altLang="ja-JP" sz="2000" dirty="0"/>
              <a:t>3</a:t>
            </a:r>
            <a:r>
              <a:rPr kumimoji="1" lang="ja-JP" altLang="en-US" sz="2000" dirty="0"/>
              <a:t>つ</a:t>
            </a:r>
            <a:endParaRPr kumimoji="1" lang="en-US" altLang="ja-JP" sz="2000" dirty="0"/>
          </a:p>
          <a:p>
            <a:pPr algn="l"/>
            <a:r>
              <a:rPr lang="ja-JP" altLang="en-US" sz="2000" dirty="0"/>
              <a:t>・ゲーム開始時点では青状態で始まる</a:t>
            </a:r>
            <a:endParaRPr lang="en-US" altLang="ja-JP" sz="2000" dirty="0"/>
          </a:p>
          <a:p>
            <a:pPr algn="l"/>
            <a:r>
              <a:rPr lang="ja-JP" altLang="en-US" sz="2000" dirty="0"/>
              <a:t>・死ぬと死んだその場で少し時間をおいて復活する</a:t>
            </a:r>
            <a:r>
              <a:rPr lang="en-US" altLang="ja-JP" sz="2000" dirty="0"/>
              <a:t>(</a:t>
            </a:r>
            <a:r>
              <a:rPr lang="ja-JP" altLang="en-US" sz="2000" dirty="0"/>
              <a:t>無敵時間あり</a:t>
            </a:r>
            <a:r>
              <a:rPr lang="en-US" altLang="ja-JP" sz="2000" dirty="0"/>
              <a:t>)</a:t>
            </a:r>
          </a:p>
          <a:p>
            <a:pPr algn="l"/>
            <a:r>
              <a:rPr lang="ja-JP" altLang="en-US" sz="2000" dirty="0"/>
              <a:t>・残機が</a:t>
            </a:r>
            <a:r>
              <a:rPr lang="en-US" altLang="ja-JP" sz="2000" dirty="0"/>
              <a:t>0</a:t>
            </a:r>
            <a:r>
              <a:rPr lang="ja-JP" altLang="en-US" sz="2000" dirty="0"/>
              <a:t>になるとゲームオーバーになりステージ</a:t>
            </a:r>
            <a:r>
              <a:rPr lang="en-US" altLang="ja-JP" sz="2000" dirty="0"/>
              <a:t>1</a:t>
            </a:r>
            <a:r>
              <a:rPr lang="ja-JP" altLang="en-US" sz="2000" dirty="0"/>
              <a:t>からやり直しになる</a:t>
            </a:r>
            <a:endParaRPr lang="en-US" altLang="ja-JP" sz="2000" dirty="0"/>
          </a:p>
          <a:p>
            <a:pPr algn="l"/>
            <a:r>
              <a:rPr lang="ja-JP" altLang="en-US" sz="2000" dirty="0"/>
              <a:t>・青状態と赤状態は好きなタイミングで変えることができる</a:t>
            </a:r>
            <a:endParaRPr lang="en-US" altLang="ja-JP" sz="2000" dirty="0"/>
          </a:p>
          <a:p>
            <a:pPr algn="l"/>
            <a:r>
              <a:rPr lang="ja-JP" altLang="en-US" sz="2000" dirty="0"/>
              <a:t>・黄色状態は最初はロックされている</a:t>
            </a:r>
            <a:endParaRPr lang="en-US" altLang="ja-JP" sz="2000" dirty="0"/>
          </a:p>
        </p:txBody>
      </p:sp>
      <p:sp>
        <p:nvSpPr>
          <p:cNvPr id="4" name="テキスト ボックス 3">
            <a:extLst>
              <a:ext uri="{FF2B5EF4-FFF2-40B4-BE49-F238E27FC236}">
                <a16:creationId xmlns:a16="http://schemas.microsoft.com/office/drawing/2014/main" id="{453AC82D-1D01-40FC-A846-3CECF904B39F}"/>
              </a:ext>
            </a:extLst>
          </p:cNvPr>
          <p:cNvSpPr txBox="1"/>
          <p:nvPr/>
        </p:nvSpPr>
        <p:spPr>
          <a:xfrm>
            <a:off x="-1" y="0"/>
            <a:ext cx="2097741" cy="369332"/>
          </a:xfrm>
          <a:prstGeom prst="rect">
            <a:avLst/>
          </a:prstGeom>
          <a:noFill/>
        </p:spPr>
        <p:txBody>
          <a:bodyPr wrap="square" rtlCol="0">
            <a:spAutoFit/>
          </a:bodyPr>
          <a:lstStyle/>
          <a:p>
            <a:r>
              <a:rPr lang="ja-JP" altLang="en-US" u="sng" dirty="0"/>
              <a:t>プレイヤー</a:t>
            </a:r>
            <a:endParaRPr kumimoji="1" lang="ja-JP" altLang="en-US" u="sng" dirty="0"/>
          </a:p>
        </p:txBody>
      </p:sp>
    </p:spTree>
    <p:extLst>
      <p:ext uri="{BB962C8B-B14F-4D97-AF65-F5344CB8AC3E}">
        <p14:creationId xmlns:p14="http://schemas.microsoft.com/office/powerpoint/2010/main" val="34594683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E5D37BC-2BE1-4BEB-B2E3-77495B11A2F2}"/>
              </a:ext>
            </a:extLst>
          </p:cNvPr>
          <p:cNvSpPr txBox="1"/>
          <p:nvPr/>
        </p:nvSpPr>
        <p:spPr>
          <a:xfrm>
            <a:off x="0" y="0"/>
            <a:ext cx="2277035" cy="369332"/>
          </a:xfrm>
          <a:prstGeom prst="rect">
            <a:avLst/>
          </a:prstGeom>
          <a:noFill/>
        </p:spPr>
        <p:txBody>
          <a:bodyPr wrap="square" rtlCol="0">
            <a:spAutoFit/>
          </a:bodyPr>
          <a:lstStyle/>
          <a:p>
            <a:r>
              <a:rPr lang="ja-JP" altLang="en-US" dirty="0"/>
              <a:t>青状態</a:t>
            </a:r>
            <a:endParaRPr kumimoji="1" lang="ja-JP" altLang="en-US" dirty="0"/>
          </a:p>
        </p:txBody>
      </p:sp>
      <p:sp>
        <p:nvSpPr>
          <p:cNvPr id="3" name="テキスト ボックス 2">
            <a:extLst>
              <a:ext uri="{FF2B5EF4-FFF2-40B4-BE49-F238E27FC236}">
                <a16:creationId xmlns:a16="http://schemas.microsoft.com/office/drawing/2014/main" id="{7E82B300-5296-44A2-A210-11A797B982FF}"/>
              </a:ext>
            </a:extLst>
          </p:cNvPr>
          <p:cNvSpPr txBox="1"/>
          <p:nvPr/>
        </p:nvSpPr>
        <p:spPr>
          <a:xfrm>
            <a:off x="1335741" y="3444507"/>
            <a:ext cx="8725466" cy="1569660"/>
          </a:xfrm>
          <a:prstGeom prst="rect">
            <a:avLst/>
          </a:prstGeom>
          <a:noFill/>
        </p:spPr>
        <p:txBody>
          <a:bodyPr wrap="none" rtlCol="0">
            <a:spAutoFit/>
          </a:bodyPr>
          <a:lstStyle/>
          <a:p>
            <a:r>
              <a:rPr kumimoji="1" lang="ja-JP" altLang="en-US" sz="2400" dirty="0"/>
              <a:t>・</a:t>
            </a:r>
            <a:r>
              <a:rPr lang="ja-JP" altLang="en-US" sz="2400" dirty="0"/>
              <a:t>ジャンプして上から</a:t>
            </a:r>
            <a:r>
              <a:rPr kumimoji="1" lang="ja-JP" altLang="en-US" sz="2400" dirty="0"/>
              <a:t>踏みつけることで敵を倒すことができる</a:t>
            </a:r>
            <a:endParaRPr kumimoji="1" lang="en-US" altLang="ja-JP" sz="2400" dirty="0"/>
          </a:p>
          <a:p>
            <a:r>
              <a:rPr kumimoji="1" lang="ja-JP" altLang="en-US" sz="2400" dirty="0"/>
              <a:t>・他の状態よりもジャンプが少し高い</a:t>
            </a:r>
            <a:endParaRPr kumimoji="1" lang="en-US" altLang="ja-JP" sz="2400" dirty="0"/>
          </a:p>
          <a:p>
            <a:r>
              <a:rPr lang="ja-JP" altLang="en-US" sz="2400" dirty="0"/>
              <a:t>・ヘルメットを被った敵は倒せない</a:t>
            </a:r>
            <a:endParaRPr lang="en-US" altLang="ja-JP" sz="2400" dirty="0"/>
          </a:p>
          <a:p>
            <a:r>
              <a:rPr kumimoji="1" lang="ja-JP" altLang="en-US" sz="2400" dirty="0"/>
              <a:t>・盾を持った敵は倒せる</a:t>
            </a:r>
          </a:p>
        </p:txBody>
      </p:sp>
      <p:pic>
        <p:nvPicPr>
          <p:cNvPr id="5" name="図 4">
            <a:extLst>
              <a:ext uri="{FF2B5EF4-FFF2-40B4-BE49-F238E27FC236}">
                <a16:creationId xmlns:a16="http://schemas.microsoft.com/office/drawing/2014/main" id="{76A3AF1A-0E68-49F3-8F87-0895892E62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5741" y="810704"/>
            <a:ext cx="2192431" cy="2192431"/>
          </a:xfrm>
          <a:prstGeom prst="rect">
            <a:avLst/>
          </a:prstGeom>
        </p:spPr>
      </p:pic>
      <p:pic>
        <p:nvPicPr>
          <p:cNvPr id="7" name="図 6">
            <a:extLst>
              <a:ext uri="{FF2B5EF4-FFF2-40B4-BE49-F238E27FC236}">
                <a16:creationId xmlns:a16="http://schemas.microsoft.com/office/drawing/2014/main" id="{31A23046-AD5F-43E3-A8C8-D6DE7BD198E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98474" y="810704"/>
            <a:ext cx="2192430" cy="2192430"/>
          </a:xfrm>
          <a:prstGeom prst="rect">
            <a:avLst/>
          </a:prstGeom>
        </p:spPr>
      </p:pic>
    </p:spTree>
    <p:extLst>
      <p:ext uri="{BB962C8B-B14F-4D97-AF65-F5344CB8AC3E}">
        <p14:creationId xmlns:p14="http://schemas.microsoft.com/office/powerpoint/2010/main" val="1408117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5A7C4A5-A822-4A91-A1E2-710F019E39EF}"/>
              </a:ext>
            </a:extLst>
          </p:cNvPr>
          <p:cNvSpPr txBox="1"/>
          <p:nvPr/>
        </p:nvSpPr>
        <p:spPr>
          <a:xfrm>
            <a:off x="1" y="-1"/>
            <a:ext cx="986118" cy="369332"/>
          </a:xfrm>
          <a:prstGeom prst="rect">
            <a:avLst/>
          </a:prstGeom>
          <a:noFill/>
        </p:spPr>
        <p:txBody>
          <a:bodyPr wrap="square" rtlCol="0">
            <a:spAutoFit/>
          </a:bodyPr>
          <a:lstStyle/>
          <a:p>
            <a:r>
              <a:rPr kumimoji="1" lang="ja-JP" altLang="en-US" dirty="0"/>
              <a:t>赤状態</a:t>
            </a:r>
          </a:p>
        </p:txBody>
      </p:sp>
      <p:sp>
        <p:nvSpPr>
          <p:cNvPr id="3" name="テキスト ボックス 2">
            <a:extLst>
              <a:ext uri="{FF2B5EF4-FFF2-40B4-BE49-F238E27FC236}">
                <a16:creationId xmlns:a16="http://schemas.microsoft.com/office/drawing/2014/main" id="{CF696B2A-119B-4221-83DF-081D76579413}"/>
              </a:ext>
            </a:extLst>
          </p:cNvPr>
          <p:cNvSpPr txBox="1"/>
          <p:nvPr/>
        </p:nvSpPr>
        <p:spPr>
          <a:xfrm>
            <a:off x="1391710" y="3659054"/>
            <a:ext cx="9725739" cy="1569660"/>
          </a:xfrm>
          <a:prstGeom prst="rect">
            <a:avLst/>
          </a:prstGeom>
          <a:noFill/>
        </p:spPr>
        <p:txBody>
          <a:bodyPr wrap="none" rtlCol="0">
            <a:spAutoFit/>
          </a:bodyPr>
          <a:lstStyle/>
          <a:p>
            <a:r>
              <a:rPr kumimoji="1" lang="ja-JP" altLang="en-US" sz="2400" dirty="0"/>
              <a:t>・</a:t>
            </a:r>
            <a:r>
              <a:rPr lang="ja-JP" altLang="en-US" sz="2400" dirty="0"/>
              <a:t>前方に攻撃を放ち、当たった敵を倒すことができる</a:t>
            </a:r>
            <a:endParaRPr kumimoji="1" lang="en-US" altLang="ja-JP" sz="2400" dirty="0"/>
          </a:p>
          <a:p>
            <a:r>
              <a:rPr lang="ja-JP" altLang="en-US" sz="2400" dirty="0"/>
              <a:t>・盾を持った敵は倒せないが後ろへノックバックさせることができる</a:t>
            </a:r>
            <a:endParaRPr lang="en-US" altLang="ja-JP" sz="2400" dirty="0"/>
          </a:p>
          <a:p>
            <a:r>
              <a:rPr kumimoji="1" lang="ja-JP" altLang="en-US" sz="2400" dirty="0"/>
              <a:t>・ヘルメットを持った敵は倒せる</a:t>
            </a:r>
            <a:endParaRPr kumimoji="1" lang="en-US" altLang="ja-JP" sz="2400" dirty="0"/>
          </a:p>
          <a:p>
            <a:r>
              <a:rPr lang="ja-JP" altLang="en-US" sz="2400" dirty="0"/>
              <a:t>・赤状態専用の攻撃を放つモーション</a:t>
            </a:r>
            <a:r>
              <a:rPr lang="ja-JP" altLang="en-US" dirty="0"/>
              <a:t>がある</a:t>
            </a:r>
            <a:endParaRPr lang="en-US" altLang="ja-JP" dirty="0"/>
          </a:p>
        </p:txBody>
      </p:sp>
      <p:pic>
        <p:nvPicPr>
          <p:cNvPr id="5" name="図 4">
            <a:extLst>
              <a:ext uri="{FF2B5EF4-FFF2-40B4-BE49-F238E27FC236}">
                <a16:creationId xmlns:a16="http://schemas.microsoft.com/office/drawing/2014/main" id="{9D00D731-9E35-41B8-930A-ED7D9657C8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8604" y="1094312"/>
            <a:ext cx="2334688" cy="2334688"/>
          </a:xfrm>
          <a:prstGeom prst="rect">
            <a:avLst/>
          </a:prstGeom>
        </p:spPr>
      </p:pic>
      <p:pic>
        <p:nvPicPr>
          <p:cNvPr id="7" name="図 6">
            <a:extLst>
              <a:ext uri="{FF2B5EF4-FFF2-40B4-BE49-F238E27FC236}">
                <a16:creationId xmlns:a16="http://schemas.microsoft.com/office/drawing/2014/main" id="{B978CCF8-371E-4D09-B424-9DA7380A46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27569" y="1094312"/>
            <a:ext cx="2334688" cy="2334688"/>
          </a:xfrm>
          <a:prstGeom prst="rect">
            <a:avLst/>
          </a:prstGeom>
        </p:spPr>
      </p:pic>
      <p:sp>
        <p:nvSpPr>
          <p:cNvPr id="8" name="爆発: 8 pt 7">
            <a:extLst>
              <a:ext uri="{FF2B5EF4-FFF2-40B4-BE49-F238E27FC236}">
                <a16:creationId xmlns:a16="http://schemas.microsoft.com/office/drawing/2014/main" id="{174C0E0A-DC32-4905-8CD7-1C26E7A6EC40}"/>
              </a:ext>
            </a:extLst>
          </p:cNvPr>
          <p:cNvSpPr/>
          <p:nvPr/>
        </p:nvSpPr>
        <p:spPr>
          <a:xfrm rot="2283051">
            <a:off x="7887737" y="2054513"/>
            <a:ext cx="658679" cy="753163"/>
          </a:xfrm>
          <a:prstGeom prst="irregularSeal1">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26830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3F86A82-FBC6-4B45-BAE2-0DC8553D5A57}"/>
              </a:ext>
            </a:extLst>
          </p:cNvPr>
          <p:cNvSpPr txBox="1"/>
          <p:nvPr/>
        </p:nvSpPr>
        <p:spPr>
          <a:xfrm>
            <a:off x="0" y="12558"/>
            <a:ext cx="1649506" cy="369332"/>
          </a:xfrm>
          <a:prstGeom prst="rect">
            <a:avLst/>
          </a:prstGeom>
          <a:noFill/>
        </p:spPr>
        <p:txBody>
          <a:bodyPr wrap="square" rtlCol="0">
            <a:spAutoFit/>
          </a:bodyPr>
          <a:lstStyle/>
          <a:p>
            <a:r>
              <a:rPr kumimoji="1" lang="ja-JP" altLang="en-US" dirty="0"/>
              <a:t>黄色状態</a:t>
            </a:r>
          </a:p>
        </p:txBody>
      </p:sp>
      <p:sp>
        <p:nvSpPr>
          <p:cNvPr id="3" name="テキスト ボックス 2">
            <a:extLst>
              <a:ext uri="{FF2B5EF4-FFF2-40B4-BE49-F238E27FC236}">
                <a16:creationId xmlns:a16="http://schemas.microsoft.com/office/drawing/2014/main" id="{8C44C0AA-BD8B-4DC6-8820-FC677A1CD727}"/>
              </a:ext>
            </a:extLst>
          </p:cNvPr>
          <p:cNvSpPr txBox="1"/>
          <p:nvPr/>
        </p:nvSpPr>
        <p:spPr>
          <a:xfrm>
            <a:off x="1383472" y="3282949"/>
            <a:ext cx="7886033" cy="1938992"/>
          </a:xfrm>
          <a:prstGeom prst="rect">
            <a:avLst/>
          </a:prstGeom>
          <a:noFill/>
        </p:spPr>
        <p:txBody>
          <a:bodyPr wrap="square" rtlCol="0">
            <a:spAutoFit/>
          </a:bodyPr>
          <a:lstStyle/>
          <a:p>
            <a:r>
              <a:rPr kumimoji="1" lang="ja-JP" altLang="en-US" sz="2400" dirty="0"/>
              <a:t>・黄色の敵を倒すことで黄色状態</a:t>
            </a:r>
            <a:r>
              <a:rPr lang="ja-JP" altLang="en-US" sz="2400" dirty="0"/>
              <a:t>になれるようになる</a:t>
            </a:r>
            <a:endParaRPr lang="en-US" altLang="ja-JP" sz="2400" dirty="0"/>
          </a:p>
          <a:p>
            <a:r>
              <a:rPr lang="ja-JP" altLang="en-US" sz="2400" dirty="0"/>
              <a:t>・黄色の敵を一回倒すことで変身ストックが</a:t>
            </a:r>
            <a:r>
              <a:rPr lang="en-US" altLang="ja-JP" sz="2400" dirty="0"/>
              <a:t>1</a:t>
            </a:r>
            <a:r>
              <a:rPr lang="ja-JP" altLang="en-US" sz="2400" dirty="0"/>
              <a:t>溜まる</a:t>
            </a:r>
            <a:endParaRPr lang="en-US" altLang="ja-JP" sz="2400" dirty="0"/>
          </a:p>
          <a:p>
            <a:r>
              <a:rPr kumimoji="1" lang="ja-JP" altLang="en-US" sz="2400" dirty="0"/>
              <a:t>・黄色状態は時間経過で解除され、変身時間が終わると</a:t>
            </a:r>
            <a:endParaRPr kumimoji="1" lang="en-US" altLang="ja-JP" sz="2400" dirty="0"/>
          </a:p>
          <a:p>
            <a:r>
              <a:rPr kumimoji="1" lang="ja-JP" altLang="en-US" sz="2400" dirty="0"/>
              <a:t>　ひとつ前の状態に戻る</a:t>
            </a:r>
            <a:endParaRPr kumimoji="1" lang="en-US" altLang="ja-JP" sz="2400" dirty="0"/>
          </a:p>
          <a:p>
            <a:r>
              <a:rPr lang="ja-JP" altLang="en-US" sz="2400" dirty="0"/>
              <a:t>・すべての敵をぶつかるだけで倒せる</a:t>
            </a:r>
            <a:endParaRPr lang="en-US" altLang="ja-JP" sz="2400" dirty="0"/>
          </a:p>
        </p:txBody>
      </p:sp>
      <p:pic>
        <p:nvPicPr>
          <p:cNvPr id="5" name="図 4">
            <a:extLst>
              <a:ext uri="{FF2B5EF4-FFF2-40B4-BE49-F238E27FC236}">
                <a16:creationId xmlns:a16="http://schemas.microsoft.com/office/drawing/2014/main" id="{DC512CB6-AD08-4F6D-8D65-3EBA210473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9506" y="610698"/>
            <a:ext cx="2443443" cy="2443443"/>
          </a:xfrm>
          <a:prstGeom prst="rect">
            <a:avLst/>
          </a:prstGeom>
        </p:spPr>
      </p:pic>
      <p:pic>
        <p:nvPicPr>
          <p:cNvPr id="7" name="図 6">
            <a:extLst>
              <a:ext uri="{FF2B5EF4-FFF2-40B4-BE49-F238E27FC236}">
                <a16:creationId xmlns:a16="http://schemas.microsoft.com/office/drawing/2014/main" id="{BBCC880A-11E9-4707-A195-E52DA86D9D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65451" y="610697"/>
            <a:ext cx="2443443" cy="2443443"/>
          </a:xfrm>
          <a:prstGeom prst="rect">
            <a:avLst/>
          </a:prstGeom>
        </p:spPr>
      </p:pic>
    </p:spTree>
    <p:extLst>
      <p:ext uri="{BB962C8B-B14F-4D97-AF65-F5344CB8AC3E}">
        <p14:creationId xmlns:p14="http://schemas.microsoft.com/office/powerpoint/2010/main" val="123020929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TotalTime>
  <Words>224</Words>
  <Application>Microsoft Office PowerPoint</Application>
  <PresentationFormat>ワイド画面</PresentationFormat>
  <Paragraphs>23</Paragraphs>
  <Slides>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vt:i4>
      </vt:variant>
    </vt:vector>
  </HeadingPairs>
  <TitlesOfParts>
    <vt:vector size="8"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秋吉　晟吾</dc:creator>
  <cp:lastModifiedBy>秋吉　晟吾</cp:lastModifiedBy>
  <cp:revision>13</cp:revision>
  <dcterms:created xsi:type="dcterms:W3CDTF">2026-02-05T03:16:21Z</dcterms:created>
  <dcterms:modified xsi:type="dcterms:W3CDTF">2026-02-06T02:36:59Z</dcterms:modified>
</cp:coreProperties>
</file>