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044" autoAdjust="0"/>
    <p:restoredTop sz="94660"/>
  </p:normalViewPr>
  <p:slideViewPr>
    <p:cSldViewPr snapToGrid="0">
      <p:cViewPr varScale="1">
        <p:scale>
          <a:sx n="116" d="100"/>
          <a:sy n="116" d="100"/>
        </p:scale>
        <p:origin x="114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5353EEA-7BE2-4083-A2CB-0B7B5C1ED1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88898C49-6CD7-4409-8F64-B72A63D78E2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09EE7BB-AA0B-4A6D-9F67-05EB941168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35ECD8-0450-4390-8DED-750FC7BBFFE4}" type="datetimeFigureOut">
              <a:rPr kumimoji="1" lang="ja-JP" altLang="en-US" smtClean="0"/>
              <a:t>2026/2/6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56BE6C5-BB98-4617-BDD7-259945E889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BD52E90-7B5D-4247-9CFC-202E690A64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63C4F1-1DA3-4A1E-949B-BC5A36E596E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328074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AC83E19-D559-4279-B21E-CD48959897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FF7775D-B6BE-4207-9D7D-4FE5BD3D3A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3C813B2-747F-49B2-8F5E-018D45ACA4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35ECD8-0450-4390-8DED-750FC7BBFFE4}" type="datetimeFigureOut">
              <a:rPr kumimoji="1" lang="ja-JP" altLang="en-US" smtClean="0"/>
              <a:t>2026/2/6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225F03C-265D-4452-AF53-CFBCBC96D4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F8F54CB-EC1A-42E7-962A-B257B0DCB2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63C4F1-1DA3-4A1E-949B-BC5A36E596E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411186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7F7F5E9-1FB9-4E78-BE9B-D5D591AA8D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02C5D195-A857-4762-9DC6-19072271E4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963948-2466-4B82-9D82-A390769794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35ECD8-0450-4390-8DED-750FC7BBFFE4}" type="datetimeFigureOut">
              <a:rPr kumimoji="1" lang="ja-JP" altLang="en-US" smtClean="0"/>
              <a:t>2026/2/6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8792AC8-395C-4EDC-BBEC-C59BE4074F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6BC99D8-24C6-4306-825C-A7F06A1904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63C4F1-1DA3-4A1E-949B-BC5A36E596E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225345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A3E3381-9E3E-4AC9-808D-77650757A0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C17CBB3-F12A-44C5-8D71-9EF2B131EDE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8E4F43F2-5550-4375-8DE4-8055B0F8DAF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82637E04-CFED-41FE-A73A-E04D344180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35ECD8-0450-4390-8DED-750FC7BBFFE4}" type="datetimeFigureOut">
              <a:rPr kumimoji="1" lang="ja-JP" altLang="en-US" smtClean="0"/>
              <a:t>2026/2/6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854B99DC-2C89-421E-A949-4E1159F10F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8493ACD-EF06-4397-AB51-3B1830484A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63C4F1-1DA3-4A1E-949B-BC5A36E596E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630665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2A05C26-A6E0-47D4-A09D-3AE53C52B4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A0732138-661F-4FE2-BB28-E6F835FBA5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7CF821EB-15A8-414C-ABC0-E437C048098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918D61D2-50C0-48F4-9379-C5753DE2B27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CA03783-E14D-41E9-8BE4-669A83DCBA3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00343399-D984-4053-8D4E-6FE07C5D1C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35ECD8-0450-4390-8DED-750FC7BBFFE4}" type="datetimeFigureOut">
              <a:rPr kumimoji="1" lang="ja-JP" altLang="en-US" smtClean="0"/>
              <a:t>2026/2/6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33039C3A-7B15-4DCA-B6AC-8484581041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41453932-7381-4372-B94E-79D68B6569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63C4F1-1DA3-4A1E-949B-BC5A36E596E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214523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D611DFE-8500-4150-9E5D-F912020CAA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1BD7AF5-80BB-4922-A6E1-0CE94D5DBD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35ECD8-0450-4390-8DED-750FC7BBFFE4}" type="datetimeFigureOut">
              <a:rPr kumimoji="1" lang="ja-JP" altLang="en-US" smtClean="0"/>
              <a:t>2026/2/6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FBE0B0F2-F77B-4534-AA20-BB98D8C506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FFEE4847-6B49-4CCC-926D-14E8889E51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63C4F1-1DA3-4A1E-949B-BC5A36E596E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272038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6D1530F0-0523-4EE7-8BAB-CBE00A3834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35ECD8-0450-4390-8DED-750FC7BBFFE4}" type="datetimeFigureOut">
              <a:rPr kumimoji="1" lang="ja-JP" altLang="en-US" smtClean="0"/>
              <a:t>2026/2/6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A84ABDFD-AE46-4539-8218-042743E464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D89CB32C-839B-4CFC-AB71-73466119F2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63C4F1-1DA3-4A1E-949B-BC5A36E596E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147800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19195B4-AFEC-4E31-8D6C-75AD22628B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AFEB223-15DE-4D63-97DD-D50A59CE82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205DAF57-8614-4100-A60A-6EA6E4C9423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8DB2759D-5627-415C-A48A-5180817D80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35ECD8-0450-4390-8DED-750FC7BBFFE4}" type="datetimeFigureOut">
              <a:rPr kumimoji="1" lang="ja-JP" altLang="en-US" smtClean="0"/>
              <a:t>2026/2/6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1B2F490-8C19-40C4-9610-9A75CB33B1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8782CC9-6271-498F-9A09-DFC904742F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63C4F1-1DA3-4A1E-949B-BC5A36E596E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082231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175C5CF-A1C8-47CD-8303-60F224CA09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79A7F2E3-99A9-455B-93E5-A606618D19B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9D50DD6B-40AD-4DB4-AF99-3793E01B1A0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7D49D4DA-EA13-44DE-AA84-CD1FEAFBEB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35ECD8-0450-4390-8DED-750FC7BBFFE4}" type="datetimeFigureOut">
              <a:rPr kumimoji="1" lang="ja-JP" altLang="en-US" smtClean="0"/>
              <a:t>2026/2/6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229E7117-D839-4AEB-AE64-6764C81655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8B8F844-1710-4C08-85F8-90296538ED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63C4F1-1DA3-4A1E-949B-BC5A36E596E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139866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CBF5533-657E-48D8-B399-44661B2E58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6009C91-84EC-4E3E-A422-33BA20345B4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99BF6B5-9E4F-467E-BF38-7614C280EF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35ECD8-0450-4390-8DED-750FC7BBFFE4}" type="datetimeFigureOut">
              <a:rPr kumimoji="1" lang="ja-JP" altLang="en-US" smtClean="0"/>
              <a:t>2026/2/6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54D0D5C-35DF-43FB-BCFE-3B22735E4E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DE25CC8-540B-46B8-AC4B-CBB70D8760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63C4F1-1DA3-4A1E-949B-BC5A36E596E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612533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031C790-2E2D-41AB-8185-F8710850BE0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12AC010C-BE83-4F56-B5F7-06185F804E1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111A310-B2ED-405A-8675-C00D10CBDB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35ECD8-0450-4390-8DED-750FC7BBFFE4}" type="datetimeFigureOut">
              <a:rPr kumimoji="1" lang="ja-JP" altLang="en-US" smtClean="0"/>
              <a:t>2026/2/6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11ABB92-D067-4FEC-A969-2BA090C921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B1195C6-F8EF-4EE4-8EB5-ECFAD77128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63C4F1-1DA3-4A1E-949B-BC5A36E596E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340062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4FD378E0-30C7-4152-B8EE-DC8D2572E5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853F455D-A527-4826-B193-710500274F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F5F7C20-0C87-4A98-9B15-04C593C9810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35ECD8-0450-4390-8DED-750FC7BBFFE4}" type="datetimeFigureOut">
              <a:rPr kumimoji="1" lang="ja-JP" altLang="en-US" smtClean="0"/>
              <a:t>2026/2/6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5B0D886-96B4-47CC-B550-932438786D9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55E059A-C623-4B0E-9436-7EDDBCF323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463C4F1-1DA3-4A1E-949B-BC5A36E596E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493690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字幕 2">
            <a:extLst>
              <a:ext uri="{FF2B5EF4-FFF2-40B4-BE49-F238E27FC236}">
                <a16:creationId xmlns:a16="http://schemas.microsoft.com/office/drawing/2014/main" id="{68AA7EEB-A150-4475-99E6-A4E001C9586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914400"/>
            <a:ext cx="9144000" cy="4343400"/>
          </a:xfrm>
        </p:spPr>
        <p:txBody>
          <a:bodyPr>
            <a:normAutofit/>
          </a:bodyPr>
          <a:lstStyle/>
          <a:p>
            <a:pPr algn="l"/>
            <a:r>
              <a:rPr kumimoji="1" lang="ja-JP" altLang="en-US" sz="2000" dirty="0"/>
              <a:t>・</a:t>
            </a:r>
            <a:r>
              <a:rPr kumimoji="1" lang="en-US" altLang="ja-JP" sz="2000" dirty="0"/>
              <a:t>(</a:t>
            </a:r>
            <a:r>
              <a:rPr kumimoji="1" lang="ja-JP" altLang="en-US" sz="2000" dirty="0"/>
              <a:t>残機は</a:t>
            </a:r>
            <a:r>
              <a:rPr kumimoji="1" lang="en-US" altLang="ja-JP" sz="2000" dirty="0"/>
              <a:t>3</a:t>
            </a:r>
            <a:r>
              <a:rPr kumimoji="1" lang="ja-JP" altLang="en-US" sz="2000" dirty="0"/>
              <a:t>つ</a:t>
            </a:r>
            <a:r>
              <a:rPr kumimoji="1" lang="en-US" altLang="ja-JP" sz="2000" dirty="0"/>
              <a:t>)</a:t>
            </a:r>
          </a:p>
          <a:p>
            <a:pPr algn="l"/>
            <a:r>
              <a:rPr lang="ja-JP" altLang="en-US" sz="2000" dirty="0"/>
              <a:t>・ゲーム開始時点では青状態で始まる</a:t>
            </a:r>
            <a:endParaRPr lang="en-US" altLang="ja-JP" sz="2000" dirty="0"/>
          </a:p>
          <a:p>
            <a:pPr algn="l"/>
            <a:r>
              <a:rPr lang="ja-JP" altLang="en-US" sz="2000" dirty="0"/>
              <a:t>・一度でも敵に当たるとステージのはじめに戻る</a:t>
            </a:r>
            <a:endParaRPr lang="en-US" altLang="ja-JP" sz="2000" dirty="0"/>
          </a:p>
          <a:p>
            <a:pPr algn="l"/>
            <a:r>
              <a:rPr lang="ja-JP" altLang="en-US" sz="2000" dirty="0"/>
              <a:t>・↑これが</a:t>
            </a:r>
            <a:r>
              <a:rPr lang="en-US" altLang="ja-JP" sz="2000" dirty="0"/>
              <a:t>3</a:t>
            </a:r>
            <a:r>
              <a:rPr lang="ja-JP" altLang="en-US" sz="2000" dirty="0"/>
              <a:t>回行われるとゲームオーバー？？？</a:t>
            </a:r>
            <a:endParaRPr lang="en-US" altLang="ja-JP" sz="2000" dirty="0"/>
          </a:p>
          <a:p>
            <a:pPr algn="l"/>
            <a:r>
              <a:rPr lang="ja-JP" altLang="en-US" sz="2000" dirty="0"/>
              <a:t>・</a:t>
            </a:r>
            <a:r>
              <a:rPr lang="en-US" altLang="ja-JP" sz="2000" dirty="0"/>
              <a:t>(</a:t>
            </a:r>
            <a:r>
              <a:rPr lang="en-US" altLang="ja-JP" sz="2000" dirty="0" err="1"/>
              <a:t>enum</a:t>
            </a:r>
            <a:r>
              <a:rPr lang="en-US" altLang="ja-JP" sz="2000" dirty="0"/>
              <a:t>){PLAYER_BLUE,PLAYER_RED,PLAYER_YELLOW}</a:t>
            </a:r>
          </a:p>
          <a:p>
            <a:pPr algn="l"/>
            <a:endParaRPr lang="en-US" altLang="ja-JP" sz="2000" dirty="0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453AC82D-1D01-40FC-A846-3CECF904B39F}"/>
              </a:ext>
            </a:extLst>
          </p:cNvPr>
          <p:cNvSpPr txBox="1"/>
          <p:nvPr/>
        </p:nvSpPr>
        <p:spPr>
          <a:xfrm>
            <a:off x="-1" y="0"/>
            <a:ext cx="20977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u="sng" dirty="0"/>
              <a:t>プレイヤー</a:t>
            </a:r>
            <a:endParaRPr kumimoji="1" lang="ja-JP" altLang="en-US" u="sng" dirty="0"/>
          </a:p>
        </p:txBody>
      </p:sp>
    </p:spTree>
    <p:extLst>
      <p:ext uri="{BB962C8B-B14F-4D97-AF65-F5344CB8AC3E}">
        <p14:creationId xmlns:p14="http://schemas.microsoft.com/office/powerpoint/2010/main" val="34594683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9E5D37BC-2BE1-4BEB-B2E3-77495B11A2F2}"/>
              </a:ext>
            </a:extLst>
          </p:cNvPr>
          <p:cNvSpPr txBox="1"/>
          <p:nvPr/>
        </p:nvSpPr>
        <p:spPr>
          <a:xfrm>
            <a:off x="0" y="0"/>
            <a:ext cx="22770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青状態</a:t>
            </a:r>
            <a:endParaRPr kumimoji="1" lang="ja-JP" altLang="en-US" dirty="0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7E82B300-5296-44A2-A210-11A797B982FF}"/>
              </a:ext>
            </a:extLst>
          </p:cNvPr>
          <p:cNvSpPr txBox="1"/>
          <p:nvPr/>
        </p:nvSpPr>
        <p:spPr>
          <a:xfrm>
            <a:off x="1252151" y="1449859"/>
            <a:ext cx="595547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・赤い盾を持っている敵を踏みつけて倒すことができる</a:t>
            </a:r>
            <a:endParaRPr kumimoji="1" lang="en-US" altLang="ja-JP" dirty="0"/>
          </a:p>
          <a:p>
            <a:r>
              <a:rPr lang="ja-JP" altLang="en-US" dirty="0"/>
              <a:t>・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408117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25A7C4A5-A822-4A91-A1E2-710F019E39EF}"/>
              </a:ext>
            </a:extLst>
          </p:cNvPr>
          <p:cNvSpPr txBox="1"/>
          <p:nvPr/>
        </p:nvSpPr>
        <p:spPr>
          <a:xfrm>
            <a:off x="1" y="-1"/>
            <a:ext cx="9861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赤状態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CF696B2A-119B-4221-83DF-081D76579413}"/>
              </a:ext>
            </a:extLst>
          </p:cNvPr>
          <p:cNvSpPr txBox="1"/>
          <p:nvPr/>
        </p:nvSpPr>
        <p:spPr>
          <a:xfrm>
            <a:off x="1499286" y="1507524"/>
            <a:ext cx="54938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・青いヘルメットをかぶった敵を倒すことができる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03A4AE4A-38E9-45E0-A7E6-1508A9FA0D24}"/>
              </a:ext>
            </a:extLst>
          </p:cNvPr>
          <p:cNvSpPr txBox="1"/>
          <p:nvPr/>
        </p:nvSpPr>
        <p:spPr>
          <a:xfrm>
            <a:off x="1499286" y="1876856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・</a:t>
            </a:r>
          </a:p>
        </p:txBody>
      </p:sp>
    </p:spTree>
    <p:extLst>
      <p:ext uri="{BB962C8B-B14F-4D97-AF65-F5344CB8AC3E}">
        <p14:creationId xmlns:p14="http://schemas.microsoft.com/office/powerpoint/2010/main" val="31268308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83F86A82-FBC6-4B45-BAE2-0DC8553D5A57}"/>
              </a:ext>
            </a:extLst>
          </p:cNvPr>
          <p:cNvSpPr txBox="1"/>
          <p:nvPr/>
        </p:nvSpPr>
        <p:spPr>
          <a:xfrm>
            <a:off x="0" y="12558"/>
            <a:ext cx="16495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黄色状態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8C44C0AA-BD8B-4DC6-8820-FC677A1CD727}"/>
              </a:ext>
            </a:extLst>
          </p:cNvPr>
          <p:cNvSpPr txBox="1"/>
          <p:nvPr/>
        </p:nvSpPr>
        <p:spPr>
          <a:xfrm>
            <a:off x="1795849" y="1474573"/>
            <a:ext cx="89386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・黄色の敵を倒すことで黄色状態になることができるアイテム</a:t>
            </a:r>
            <a:r>
              <a:rPr kumimoji="1" lang="en-US" altLang="ja-JP" dirty="0"/>
              <a:t>(</a:t>
            </a:r>
            <a:r>
              <a:rPr kumimoji="1" lang="ja-JP" altLang="en-US" dirty="0"/>
              <a:t>？</a:t>
            </a:r>
            <a:r>
              <a:rPr kumimoji="1" lang="en-US" altLang="ja-JP" dirty="0"/>
              <a:t>)</a:t>
            </a:r>
            <a:r>
              <a:rPr kumimoji="1" lang="ja-JP" altLang="en-US" dirty="0"/>
              <a:t>のストックを獲得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325E1618-546C-4338-AAA8-80BA389AE612}"/>
              </a:ext>
            </a:extLst>
          </p:cNvPr>
          <p:cNvSpPr txBox="1"/>
          <p:nvPr/>
        </p:nvSpPr>
        <p:spPr>
          <a:xfrm>
            <a:off x="1795849" y="1843905"/>
            <a:ext cx="72891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・時間経過</a:t>
            </a:r>
            <a:r>
              <a:rPr kumimoji="1" lang="en-US" altLang="ja-JP" dirty="0"/>
              <a:t>(</a:t>
            </a:r>
            <a:r>
              <a:rPr lang="ja-JP" altLang="en-US" dirty="0"/>
              <a:t>今後</a:t>
            </a:r>
            <a:r>
              <a:rPr kumimoji="1" lang="ja-JP" altLang="en-US" dirty="0"/>
              <a:t>継続時間を設定</a:t>
            </a:r>
            <a:r>
              <a:rPr kumimoji="1" lang="en-US" altLang="ja-JP" dirty="0"/>
              <a:t>)</a:t>
            </a:r>
            <a:r>
              <a:rPr kumimoji="1" lang="ja-JP" altLang="en-US" dirty="0"/>
              <a:t>で解除されてひとつ前の状態に戻る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E10CDCB4-887B-45DA-97F7-D22BAE13BF15}"/>
              </a:ext>
            </a:extLst>
          </p:cNvPr>
          <p:cNvSpPr txBox="1"/>
          <p:nvPr/>
        </p:nvSpPr>
        <p:spPr>
          <a:xfrm>
            <a:off x="1795848" y="2213237"/>
            <a:ext cx="41088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・すべての敵にぶつかるだけで倒せる</a:t>
            </a:r>
          </a:p>
        </p:txBody>
      </p:sp>
    </p:spTree>
    <p:extLst>
      <p:ext uri="{BB962C8B-B14F-4D97-AF65-F5344CB8AC3E}">
        <p14:creationId xmlns:p14="http://schemas.microsoft.com/office/powerpoint/2010/main" val="123020929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119</TotalTime>
  <Words>140</Words>
  <Application>Microsoft Office PowerPoint</Application>
  <PresentationFormat>ワイド画面</PresentationFormat>
  <Paragraphs>16</Paragraphs>
  <Slides>4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4</vt:i4>
      </vt:variant>
    </vt:vector>
  </HeadingPairs>
  <TitlesOfParts>
    <vt:vector size="8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秋吉　晟吾</dc:creator>
  <cp:lastModifiedBy>工野　夢香</cp:lastModifiedBy>
  <cp:revision>8</cp:revision>
  <dcterms:created xsi:type="dcterms:W3CDTF">2026-02-05T03:16:21Z</dcterms:created>
  <dcterms:modified xsi:type="dcterms:W3CDTF">2026-02-06T01:06:52Z</dcterms:modified>
</cp:coreProperties>
</file>