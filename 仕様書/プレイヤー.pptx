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53EEA-7BE2-4083-A2CB-0B7B5C1ED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8898C49-6CD7-4409-8F64-B72A63D78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9EE7BB-AA0B-4A6D-9F67-05EB9411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6BE6C5-BB98-4617-BDD7-259945E8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D52E90-7B5D-4247-9CFC-202E690A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80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C83E19-D559-4279-B21E-CD489598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F7775D-B6BE-4207-9D7D-4FE5BD3D3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C813B2-747F-49B2-8F5E-018D45AC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25F03C-265D-4452-AF53-CFBCBC96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8F54CB-EC1A-42E7-962A-B257B0DCB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11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F7F5E9-1FB9-4E78-BE9B-D5D591AA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C5D195-A857-4762-9DC6-19072271E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963948-2466-4B82-9D82-A3907697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792AC8-395C-4EDC-BBEC-C59BE407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BC99D8-24C6-4306-825C-A7F06A19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253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3E3381-9E3E-4AC9-808D-77650757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17CBB3-F12A-44C5-8D71-9EF2B131E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4F43F2-5550-4375-8DE4-8055B0F8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637E04-CFED-41FE-A73A-E04D34418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4B99DC-2C89-421E-A949-4E1159F10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493ACD-EF06-4397-AB51-3B183048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306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A05C26-A6E0-47D4-A09D-3AE53C52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732138-661F-4FE2-BB28-E6F835FBA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F821EB-15A8-414C-ABC0-E437C0480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8D61D2-50C0-48F4-9379-C5753DE2B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CA03783-E14D-41E9-8BE4-669A83DCB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343399-D984-4053-8D4E-6FE07C5D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039C3A-7B15-4DCA-B6AC-848458104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1453932-7381-4372-B94E-79D68B656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145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611DFE-8500-4150-9E5D-F912020C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1BD7AF5-80BB-4922-A6E1-0CE94D5D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E0B0F2-F77B-4534-AA20-BB98D8C5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FEE4847-6B49-4CCC-926D-14E8889E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20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1530F0-0523-4EE7-8BAB-CBE00A38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84ABDFD-AE46-4539-8218-042743E4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9CB32C-839B-4CFC-AB71-73466119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78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195B4-AFEC-4E31-8D6C-75AD22628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FEB223-15DE-4D63-97DD-D50A59CE8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5DAF57-8614-4100-A60A-6EA6E4C94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B2759D-5627-415C-A48A-5180817D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B2F490-8C19-40C4-9610-9A75CB33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782CC9-6271-498F-9A09-DFC90474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22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5C5CF-A1C8-47CD-8303-60F224CA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9A7F2E3-99A9-455B-93E5-A606618D1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50DD6B-40AD-4DB4-AF99-3793E01B1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49D4DA-EA13-44DE-AA84-CD1FEAFB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9E7117-D839-4AEB-AE64-6764C816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B8F844-1710-4C08-85F8-90296538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398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BF5533-657E-48D8-B399-44661B2E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009C91-84EC-4E3E-A422-33BA20345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9BF6B5-9E4F-467E-BF38-7614C280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D0D5C-35DF-43FB-BCFE-3B22735E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E25CC8-540B-46B8-AC4B-CBB70D87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125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031C790-2E2D-41AB-8185-F8710850B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AC010C-BE83-4F56-B5F7-06185F804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11A310-B2ED-405A-8675-C00D10CB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1ABB92-D067-4FEC-A969-2BA090C9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1195C6-F8EF-4EE4-8EB5-ECFAD771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00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D378E0-30C7-4152-B8EE-DC8D2572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3F455D-A527-4826-B193-71050027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5F7C20-0C87-4A98-9B15-04C593C98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5ECD8-0450-4390-8DED-750FC7BBFFE4}" type="datetimeFigureOut">
              <a:rPr kumimoji="1" lang="ja-JP" altLang="en-US" smtClean="0"/>
              <a:t>2026/2/6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B0D886-96B4-47CC-B550-932438786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5E059A-C623-4B0E-9436-7EDDBCF32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C4F1-1DA3-4A1E-949B-BC5A36E596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36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68AA7EEB-A150-4475-99E6-A4E001C95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14400"/>
            <a:ext cx="9144000" cy="4343400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000" dirty="0"/>
              <a:t>・</a:t>
            </a:r>
            <a:r>
              <a:rPr kumimoji="1" lang="en-US" altLang="ja-JP" sz="2000" dirty="0"/>
              <a:t>(</a:t>
            </a:r>
            <a:r>
              <a:rPr kumimoji="1" lang="ja-JP" altLang="en-US" sz="2000" dirty="0"/>
              <a:t>残機は</a:t>
            </a:r>
            <a:r>
              <a:rPr kumimoji="1" lang="en-US" altLang="ja-JP" sz="2000" dirty="0"/>
              <a:t>3</a:t>
            </a:r>
            <a:r>
              <a:rPr kumimoji="1" lang="ja-JP" altLang="en-US" sz="2000" dirty="0"/>
              <a:t>つ</a:t>
            </a:r>
            <a:r>
              <a:rPr kumimoji="1" lang="en-US" altLang="ja-JP" sz="2000" dirty="0"/>
              <a:t>)</a:t>
            </a:r>
          </a:p>
          <a:p>
            <a:pPr algn="l"/>
            <a:r>
              <a:rPr lang="ja-JP" altLang="en-US" sz="2000" dirty="0"/>
              <a:t>・ゲーム開始時点では青状態で始まる</a:t>
            </a:r>
            <a:endParaRPr lang="en-US" altLang="ja-JP" sz="2000" dirty="0"/>
          </a:p>
          <a:p>
            <a:pPr algn="l"/>
            <a:r>
              <a:rPr lang="ja-JP" altLang="en-US" sz="2000" dirty="0"/>
              <a:t>・一度でも敵に当たるとステージのはじめに戻る</a:t>
            </a:r>
            <a:endParaRPr lang="en-US" altLang="ja-JP" sz="2000" dirty="0"/>
          </a:p>
          <a:p>
            <a:pPr algn="l"/>
            <a:r>
              <a:rPr lang="ja-JP" altLang="en-US" sz="2000" dirty="0"/>
              <a:t>・↑これが</a:t>
            </a:r>
            <a:r>
              <a:rPr lang="en-US" altLang="ja-JP" sz="2000" dirty="0"/>
              <a:t>3</a:t>
            </a:r>
            <a:r>
              <a:rPr lang="ja-JP" altLang="en-US" sz="2000" dirty="0"/>
              <a:t>回行われるとゲームオーバー？？？</a:t>
            </a:r>
            <a:endParaRPr lang="en-US" altLang="ja-JP" sz="2000" dirty="0"/>
          </a:p>
          <a:p>
            <a:pPr algn="l"/>
            <a:r>
              <a:rPr lang="ja-JP" altLang="en-US" sz="2000" dirty="0"/>
              <a:t>・</a:t>
            </a:r>
            <a:endParaRPr lang="en-US" altLang="ja-JP" sz="2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3AC82D-1D01-40FC-A846-3CECF904B39F}"/>
              </a:ext>
            </a:extLst>
          </p:cNvPr>
          <p:cNvSpPr txBox="1"/>
          <p:nvPr/>
        </p:nvSpPr>
        <p:spPr>
          <a:xfrm>
            <a:off x="-1" y="0"/>
            <a:ext cx="209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u="sng" dirty="0"/>
              <a:t>プレイヤー</a:t>
            </a:r>
            <a:endParaRPr kumimoji="1" lang="ja-JP" altLang="en-US" u="sng" dirty="0"/>
          </a:p>
        </p:txBody>
      </p:sp>
    </p:spTree>
    <p:extLst>
      <p:ext uri="{BB962C8B-B14F-4D97-AF65-F5344CB8AC3E}">
        <p14:creationId xmlns:p14="http://schemas.microsoft.com/office/powerpoint/2010/main" val="3459468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5D37BC-2BE1-4BEB-B2E3-77495B11A2F2}"/>
              </a:ext>
            </a:extLst>
          </p:cNvPr>
          <p:cNvSpPr txBox="1"/>
          <p:nvPr/>
        </p:nvSpPr>
        <p:spPr>
          <a:xfrm>
            <a:off x="0" y="0"/>
            <a:ext cx="227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青状態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82B300-5296-44A2-A210-11A797B982FF}"/>
              </a:ext>
            </a:extLst>
          </p:cNvPr>
          <p:cNvSpPr txBox="1"/>
          <p:nvPr/>
        </p:nvSpPr>
        <p:spPr>
          <a:xfrm>
            <a:off x="1252151" y="1449859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・赤い盾を持っている敵を踏みつけて倒すことができる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C87B1B-D5DE-4D74-B648-5195CC5650E7}"/>
              </a:ext>
            </a:extLst>
          </p:cNvPr>
          <p:cNvSpPr txBox="1"/>
          <p:nvPr/>
        </p:nvSpPr>
        <p:spPr>
          <a:xfrm>
            <a:off x="1252151" y="18191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</a:t>
            </a:r>
          </a:p>
        </p:txBody>
      </p:sp>
    </p:spTree>
    <p:extLst>
      <p:ext uri="{BB962C8B-B14F-4D97-AF65-F5344CB8AC3E}">
        <p14:creationId xmlns:p14="http://schemas.microsoft.com/office/powerpoint/2010/main" val="140811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5A7C4A5-A822-4A91-A1E2-710F019E39EF}"/>
              </a:ext>
            </a:extLst>
          </p:cNvPr>
          <p:cNvSpPr txBox="1"/>
          <p:nvPr/>
        </p:nvSpPr>
        <p:spPr>
          <a:xfrm>
            <a:off x="1" y="-1"/>
            <a:ext cx="98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赤状態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696B2A-119B-4221-83DF-081D76579413}"/>
              </a:ext>
            </a:extLst>
          </p:cNvPr>
          <p:cNvSpPr txBox="1"/>
          <p:nvPr/>
        </p:nvSpPr>
        <p:spPr>
          <a:xfrm>
            <a:off x="1499286" y="1507524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・青いヘルメットをかぶった敵を倒すことができる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A4AE4A-38E9-45E0-A7E6-1508A9FA0D24}"/>
              </a:ext>
            </a:extLst>
          </p:cNvPr>
          <p:cNvSpPr txBox="1"/>
          <p:nvPr/>
        </p:nvSpPr>
        <p:spPr>
          <a:xfrm>
            <a:off x="1499286" y="18768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</a:t>
            </a:r>
          </a:p>
        </p:txBody>
      </p:sp>
    </p:spTree>
    <p:extLst>
      <p:ext uri="{BB962C8B-B14F-4D97-AF65-F5344CB8AC3E}">
        <p14:creationId xmlns:p14="http://schemas.microsoft.com/office/powerpoint/2010/main" val="3126830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3F86A82-FBC6-4B45-BAE2-0DC8553D5A57}"/>
              </a:ext>
            </a:extLst>
          </p:cNvPr>
          <p:cNvSpPr txBox="1"/>
          <p:nvPr/>
        </p:nvSpPr>
        <p:spPr>
          <a:xfrm>
            <a:off x="0" y="12558"/>
            <a:ext cx="16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黄色状態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44C0AA-BD8B-4DC6-8820-FC677A1CD727}"/>
              </a:ext>
            </a:extLst>
          </p:cNvPr>
          <p:cNvSpPr txBox="1"/>
          <p:nvPr/>
        </p:nvSpPr>
        <p:spPr>
          <a:xfrm>
            <a:off x="1795849" y="1474573"/>
            <a:ext cx="893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・黄色の敵を倒すことで黄色状態になることができるアイテム</a:t>
            </a:r>
            <a:r>
              <a:rPr kumimoji="1" lang="en-US" altLang="ja-JP" dirty="0"/>
              <a:t>(</a:t>
            </a:r>
            <a:r>
              <a:rPr kumimoji="1" lang="ja-JP" altLang="en-US" dirty="0"/>
              <a:t>？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のストックを獲得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5E1618-546C-4338-AAA8-80BA389AE612}"/>
              </a:ext>
            </a:extLst>
          </p:cNvPr>
          <p:cNvSpPr txBox="1"/>
          <p:nvPr/>
        </p:nvSpPr>
        <p:spPr>
          <a:xfrm>
            <a:off x="1795849" y="1843905"/>
            <a:ext cx="7289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・時間経過</a:t>
            </a:r>
            <a:r>
              <a:rPr kumimoji="1" lang="en-US" altLang="ja-JP" dirty="0"/>
              <a:t>(</a:t>
            </a:r>
            <a:r>
              <a:rPr lang="ja-JP" altLang="en-US" dirty="0"/>
              <a:t>今後</a:t>
            </a:r>
            <a:r>
              <a:rPr kumimoji="1" lang="ja-JP" altLang="en-US" dirty="0"/>
              <a:t>継続時間を設定</a:t>
            </a:r>
            <a:r>
              <a:rPr kumimoji="1" lang="en-US" altLang="ja-JP" dirty="0"/>
              <a:t>)</a:t>
            </a:r>
            <a:r>
              <a:rPr kumimoji="1" lang="ja-JP" altLang="en-US" dirty="0"/>
              <a:t>で解除されてひとつ前の状態に戻る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10CDCB4-887B-45DA-97F7-D22BAE13BF15}"/>
              </a:ext>
            </a:extLst>
          </p:cNvPr>
          <p:cNvSpPr txBox="1"/>
          <p:nvPr/>
        </p:nvSpPr>
        <p:spPr>
          <a:xfrm>
            <a:off x="1795848" y="2213237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・すべての敵にぶつかるだけで倒せる</a:t>
            </a:r>
          </a:p>
        </p:txBody>
      </p:sp>
    </p:spTree>
    <p:extLst>
      <p:ext uri="{BB962C8B-B14F-4D97-AF65-F5344CB8AC3E}">
        <p14:creationId xmlns:p14="http://schemas.microsoft.com/office/powerpoint/2010/main" val="1230209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125</Words>
  <Application>Microsoft Office PowerPoint</Application>
  <PresentationFormat>ワイド画面</PresentationFormat>
  <Paragraphs>16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秋吉　晟吾</dc:creator>
  <cp:lastModifiedBy>工野　夢香</cp:lastModifiedBy>
  <cp:revision>7</cp:revision>
  <dcterms:created xsi:type="dcterms:W3CDTF">2026-02-05T03:16:21Z</dcterms:created>
  <dcterms:modified xsi:type="dcterms:W3CDTF">2026-02-06T00:40:37Z</dcterms:modified>
</cp:coreProperties>
</file>