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2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FF46A-2BB9-40FF-AA48-4C1B363BA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7E83AD1-6BFA-4337-92BE-0C585B1B9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AACC80-6FB4-4824-B8AA-A36FBA52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03A046-D15E-44EA-807C-A61D0DA9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869077-4A94-4A69-B97A-F4E4D3A7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72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A21CD0-ECB8-43B6-BCB4-E39B8504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842F1E-75DE-4905-810A-00E92FEDF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A76BF2-91AE-42B4-8E18-EADCB61B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429EB6-C37F-486F-A2CC-2C2E6E97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15038B-03D2-480C-B4DA-D4C0EEF3A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7618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A0CCDF-69E7-4748-AC42-5F2E465A3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3CC4F4-294E-41E6-B8FE-FBE7DA35F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1EC124-B0DE-4FD2-9263-4CCA553B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252D90-CCFE-4329-ADBE-12797A4D6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102A9E-2012-4527-840F-DF542B648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541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E294DE-181F-40C4-8D7D-B9B937C9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060AB4-6138-4BB1-A7D8-0768313B6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B559D5-91AD-41DC-82E6-7786CA0B4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6AE22A-BBF3-46EE-B7A6-21AFDDE7F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C26CD0-EAA1-4BF3-836C-C4259804B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A53C59-D123-46B2-9B51-C4AA995A6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995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F145E-0724-4574-BCD0-7C6F1181B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540CD0-25FB-40B8-ACB6-44E0CEDDD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C35E8CF-F43D-46FC-83AA-723373E31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C8B95B-682D-4687-942F-90F2917B2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7F3E861-BCCB-4835-A961-7352DE701B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7DB8BB-239B-4B64-830B-687A2FEC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97EBB40-EA21-4258-9711-81DEF9361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578CDCE-FF58-438B-8DD2-A953668B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533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5DBBB8-F5BE-412A-8C59-4EFDF8E7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B9CA168-5CE3-468F-B097-8590EE4EE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4C5302E-B6B7-4E23-9247-2BFA55D9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63DDA5D-34C0-45A7-91A5-B1598D88F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946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B09A24A-4988-4DA7-A52B-C3E512C4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0B08A9C-F1EF-420D-90A8-96BCDE34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C8E891-9C2B-4B6F-A2CD-742EB402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92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55DDC-B7CF-435E-95CF-336BA62F2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C56CF8-F02B-4C42-B160-7A791E7F5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0F0619-E297-44D6-A4F1-77DDAA097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150FAC-3C74-4C46-AFA8-9D3F7662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0BAD76-EFD2-4FB1-80F9-AE8C0A9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CD4D7F-B241-4A02-9E19-E7102F21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45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9D2AD7-227F-43A1-B173-A27643E8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46838F2-988D-4CE3-9667-CD2B467C2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C64E28-DB93-4A06-ACB6-7642F491B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CF50E8-DA0E-499F-8AB2-DAA0F5EF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A28695-D488-40C6-88F7-9DAF7444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384806-9FFF-49C4-A012-035A32F99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092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EDB505-ED28-49F4-8714-E68CB74B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84FD19A-2781-452A-A4E3-9F3122E41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658E05-9A95-4910-B385-72976E8F9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D32F43-1CF9-4CDE-B21F-51801D25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CBB69A-AE14-4B14-8515-9604CC25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904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F066308-AC53-4C7A-BC43-EAEC0CAAA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2238E8C-5E5A-454D-B281-26ACF0D1A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29E47A-FD19-453B-AB6D-EDF18EAF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110DF1-D481-4E8A-8FAC-8E190836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48A7E0-3A8A-40DB-9062-6031BFB49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64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5D3FE57-C7BF-4F89-B22C-2DB5CB87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2640C-7FCD-4B2F-A7A8-72ACA6717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EDB847-EA49-4E08-B831-193270E1D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3B3DE-E8EC-49B5-A11C-23571BDB43E2}" type="datetimeFigureOut">
              <a:rPr kumimoji="1" lang="ja-JP" altLang="en-US" smtClean="0"/>
              <a:t>2026/2/5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085404-D7F4-4887-A465-E3CCD6747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5EA895-BBC7-4584-A1BF-B1088A418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6CF03-A51E-4F6B-89BF-D2573274D3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9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0D19E6A-4764-413D-8A37-1F34F1B16DF2}"/>
              </a:ext>
            </a:extLst>
          </p:cNvPr>
          <p:cNvSpPr txBox="1"/>
          <p:nvPr/>
        </p:nvSpPr>
        <p:spPr>
          <a:xfrm>
            <a:off x="0" y="36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ステージ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D12ED6-0BA0-4EA1-9CF0-70286847DBB5}"/>
              </a:ext>
            </a:extLst>
          </p:cNvPr>
          <p:cNvSpPr txBox="1"/>
          <p:nvPr/>
        </p:nvSpPr>
        <p:spPr>
          <a:xfrm>
            <a:off x="913070" y="3089560"/>
            <a:ext cx="123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 err="1"/>
              <a:t>sssssss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60030E9-4504-468F-BEAF-125C3FC16C4A}"/>
              </a:ext>
            </a:extLst>
          </p:cNvPr>
          <p:cNvSpPr txBox="1"/>
          <p:nvPr/>
        </p:nvSpPr>
        <p:spPr>
          <a:xfrm>
            <a:off x="913070" y="1612232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・ステージは合計３ステージで構成（増える可能性アリ）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CD4D25-CFC1-4C62-AE9A-5578CB8E809B}"/>
              </a:ext>
            </a:extLst>
          </p:cNvPr>
          <p:cNvSpPr txBox="1"/>
          <p:nvPr/>
        </p:nvSpPr>
        <p:spPr>
          <a:xfrm>
            <a:off x="913070" y="2351810"/>
            <a:ext cx="256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・ステージはすべて</a:t>
            </a:r>
            <a:r>
              <a:rPr lang="en-US" altLang="ja-JP" dirty="0"/>
              <a:t>2D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156F8F-DD5C-4DA1-A3E0-373FB01DBC0D}"/>
              </a:ext>
            </a:extLst>
          </p:cNvPr>
          <p:cNvSpPr txBox="1"/>
          <p:nvPr/>
        </p:nvSpPr>
        <p:spPr>
          <a:xfrm>
            <a:off x="913070" y="2720228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・最終コースのゴールに到達したらクリア画面に遷移する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DD6A3C-9A7F-4CBC-8933-3C7CAFACC37E}"/>
              </a:ext>
            </a:extLst>
          </p:cNvPr>
          <p:cNvSpPr txBox="1"/>
          <p:nvPr/>
        </p:nvSpPr>
        <p:spPr>
          <a:xfrm>
            <a:off x="913070" y="1981564"/>
            <a:ext cx="7007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・</a:t>
            </a:r>
            <a:r>
              <a:rPr lang="en-US" altLang="ja-JP" dirty="0"/>
              <a:t>1</a:t>
            </a:r>
            <a:r>
              <a:rPr kumimoji="1" lang="ja-JP" altLang="en-US" dirty="0"/>
              <a:t>つ前のステージをクリアすることで次のステージに挑戦できる</a:t>
            </a:r>
          </a:p>
        </p:txBody>
      </p:sp>
    </p:spTree>
    <p:extLst>
      <p:ext uri="{BB962C8B-B14F-4D97-AF65-F5344CB8AC3E}">
        <p14:creationId xmlns:p14="http://schemas.microsoft.com/office/powerpoint/2010/main" val="220478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工野　夢香</dc:creator>
  <cp:lastModifiedBy>工野　夢香</cp:lastModifiedBy>
  <cp:revision>2</cp:revision>
  <dcterms:created xsi:type="dcterms:W3CDTF">2026-02-05T02:17:21Z</dcterms:created>
  <dcterms:modified xsi:type="dcterms:W3CDTF">2026-02-05T02:33:35Z</dcterms:modified>
</cp:coreProperties>
</file>