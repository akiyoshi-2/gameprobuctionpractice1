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62" d="100"/>
          <a:sy n="62" d="100"/>
        </p:scale>
        <p:origin x="84" y="11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4CC41-455F-4361-836D-C7E0FDD07E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EB28DD-FF84-4CAE-B66E-15E78FB977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9D1E7C-8ABF-430B-8910-404DAE10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11EFBF-DFD3-4B2A-8D7E-474C4C15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2D7B-1C8D-4778-B57E-F9CBFBEC0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58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14AC57-ED68-43FA-B970-5099BF46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4CBED7-C601-4B1C-9035-90A31CAAE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A6D209-C168-4BA0-A222-D6B1B5E3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8DC81C-06A3-46D5-AB20-34CDE495B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01DC8B-5FDB-4F52-B22D-3CA2C8FD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27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8110B-3770-4B80-B078-33DD26A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6D926C1-CE17-4DF8-A984-FDEFADD3F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B8631-05DC-4174-BA90-82CACB84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700AF-CC6C-4D58-A0CB-636EAD11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AF199F-E476-4B8B-952A-B8C0C786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7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514FD-1FA5-4F0B-8910-EFB42B2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6B0AA-9E22-45EA-BC93-96F96BCE9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B143B-8EED-4A9E-9D0A-63CC15884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210DC0-F5A5-4579-82A9-5A165BC4A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5F0D4F-E35F-4EB7-86A3-00EB38B2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5A827A-6914-4E9A-888E-91A0D992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07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24832-4310-47F6-A9D3-D7885C845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337312-6383-43FF-BB17-273774F6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495388-4B71-4672-8707-D26F4B823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3C2318-40E1-4316-AAFA-1171455BD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43757D-1C6E-4AE1-8C48-A07D44248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291546-0FC3-4B62-9E65-31DC17B12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88B55A-25F1-4E34-B558-AED68064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F78024A-32C5-4B0A-A74A-7B95054D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545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78226-EB9F-4EE3-B3E6-1B1414D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343A20-0636-41F0-A04F-DDCD6B02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1E7EEC-929D-4B59-B524-7D648721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FF093C-8171-4D68-BA7A-6F47822B0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11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A81611C-2DF8-4F0B-9266-CA283540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73E892-C1D2-4DBE-B43A-2DE72BBE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1F00-13A3-48A7-BC19-A857B868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57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CB1275-E374-4635-A719-D8CED7D8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16185A-5C5E-45AF-B6B3-82D63740E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39AF8D-3B9E-4CFA-822F-22A3D910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00EC6-F4EE-47D0-8F1D-376D9F21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8C2EC-13A7-49BE-8E40-FB49D21F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917A8-C6A9-4778-B41F-931023A9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0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8F4E1-DBBA-479D-B8E9-D2C4D2E0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FA250E-747D-4321-9412-36982EA94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4133CC-6A87-4D88-95A2-EB2125F6A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EE6E76-469D-4EA7-B663-1F9C6F22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4F34AC-1748-4C17-9B3C-183A8785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42ECA1-843C-4AED-B1FE-32DAB787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20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5923B-0851-4CFC-B8B5-1A09E0BB1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03835A-25FB-44ED-9429-C74AA602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880630-11FC-4572-98FD-10AC8A35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FA4628-BDE7-4064-BDB5-629BC444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517DF-BE66-4EBB-9899-E591FA6C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08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C9EA5-AD88-472B-A811-600DE6AF8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6A2E3E-6BD4-4E12-867E-36B9FF983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12B-75B2-4613-B17D-4378FBB5F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030539-B967-425E-B7A2-92EE615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9BCE8-004C-4277-A2A0-67C47279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04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311AE6-089D-4BC1-836D-CEBDDBAB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3F3CDF-AFA6-455F-8367-B3FE6E9E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9F842-6319-4D68-A25D-79193C09D2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9F7571-8463-4D2E-85C0-29292ADA7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9FB1C2-0296-45E1-AE14-E0DDD0449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10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5FD6EB-5A7B-4A62-B737-3FE6A88A2D67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809758-7E30-4D74-8F01-B821EE6F0615}"/>
              </a:ext>
            </a:extLst>
          </p:cNvPr>
          <p:cNvSpPr txBox="1"/>
          <p:nvPr/>
        </p:nvSpPr>
        <p:spPr>
          <a:xfrm>
            <a:off x="135466" y="552510"/>
            <a:ext cx="114130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)(ENEMY_NORMAL,ENEMY_BLUE…</a:t>
            </a:r>
            <a:r>
              <a:rPr lang="ja-JP" altLang="en-US" dirty="0"/>
              <a:t>など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　・敵サイズはすべて統一</a:t>
            </a:r>
            <a:endParaRPr kumimoji="1"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FD845C-2C1E-44B4-BC67-50C20FDEF2A4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・通常敵　</a:t>
            </a:r>
            <a:endParaRPr kumimoji="1"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dirty="0"/>
              <a:t>・ヘルメット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8E67C3-59A0-4453-BB0B-32390227161C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・ヘルメット持ちが赤状態で</a:t>
            </a:r>
            <a:r>
              <a:rPr lang="ja-JP" altLang="en-US" dirty="0"/>
              <a:t>攻撃を受けたとき</a:t>
            </a:r>
            <a:endParaRPr kumimoji="1" lang="en-US" altLang="ja-JP" dirty="0"/>
          </a:p>
          <a:p>
            <a:r>
              <a:rPr lang="ja-JP" altLang="en-US" dirty="0"/>
              <a:t>　・盾持ちが青状態で踏まれたとき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・黄色状態で敵に触れたとき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11C49A-B343-4873-AA2B-6D13F455B056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・プレイヤーが死亡→初期位置から再始</a:t>
            </a:r>
          </a:p>
        </p:txBody>
      </p:sp>
    </p:spTree>
    <p:extLst>
      <p:ext uri="{BB962C8B-B14F-4D97-AF65-F5344CB8AC3E}">
        <p14:creationId xmlns:p14="http://schemas.microsoft.com/office/powerpoint/2010/main" val="2343324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31976E43-9E88-43EB-AE6A-919BACAC9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057835"/>
            <a:ext cx="9144000" cy="4199965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敵は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lang="en-US" altLang="ja-JP" dirty="0"/>
              <a:t>(</a:t>
            </a:r>
            <a:r>
              <a:rPr lang="ja-JP" altLang="en-US" dirty="0"/>
              <a:t>増える可能性あり</a:t>
            </a:r>
            <a:r>
              <a:rPr lang="en-US" altLang="ja-JP" dirty="0"/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当たり判定は</a:t>
            </a:r>
            <a:r>
              <a:rPr lang="en-US" altLang="ja-JP" dirty="0"/>
              <a:t>box</a:t>
            </a:r>
            <a:r>
              <a:rPr lang="ja-JP" altLang="en-US" dirty="0"/>
              <a:t>でつくる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プレイヤーが黄色状態の時以外は横からプレイヤーとぶつかるとプレイヤーが</a:t>
            </a:r>
            <a:r>
              <a:rPr lang="ja-JP" altLang="en-US" dirty="0"/>
              <a:t>死ぬ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プレイヤーが赤状態の時のみ敵をプレイヤーが踏むとプレイヤーが死ぬ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D3E3C8-9947-4717-B1B0-E1C60CDE6213}"/>
              </a:ext>
            </a:extLst>
          </p:cNvPr>
          <p:cNvSpPr txBox="1"/>
          <p:nvPr/>
        </p:nvSpPr>
        <p:spPr>
          <a:xfrm>
            <a:off x="0" y="0"/>
            <a:ext cx="233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敵について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24606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C33FC6-8D4A-4542-8E82-894564BAD690}"/>
              </a:ext>
            </a:extLst>
          </p:cNvPr>
          <p:cNvSpPr txBox="1"/>
          <p:nvPr/>
        </p:nvSpPr>
        <p:spPr>
          <a:xfrm>
            <a:off x="0" y="0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通常敵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1E2FC2-C515-4027-A099-B9B483040A23}"/>
              </a:ext>
            </a:extLst>
          </p:cNvPr>
          <p:cNvSpPr txBox="1"/>
          <p:nvPr/>
        </p:nvSpPr>
        <p:spPr>
          <a:xfrm>
            <a:off x="1631577" y="1326776"/>
            <a:ext cx="76917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これといった特徴はない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歩くだけ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どの状態でも倒すことができる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崖で折り返す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388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323C9-05FC-4335-A52A-EB4698F5ACD5}"/>
              </a:ext>
            </a:extLst>
          </p:cNvPr>
          <p:cNvSpPr txBox="1"/>
          <p:nvPr/>
        </p:nvSpPr>
        <p:spPr>
          <a:xfrm>
            <a:off x="0" y="0"/>
            <a:ext cx="272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ヘルメット敵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F93C27-D6E3-4770-BFB3-5732BDCB30A7}"/>
              </a:ext>
            </a:extLst>
          </p:cNvPr>
          <p:cNvSpPr txBox="1"/>
          <p:nvPr/>
        </p:nvSpPr>
        <p:spPr>
          <a:xfrm>
            <a:off x="2151529" y="968188"/>
            <a:ext cx="75482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青状態での踏みつけ攻撃で倒すことができない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青状態で踏むとプレイヤーがちょっと跳ねる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赤状態、黄色状態で倒すことができる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0428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078A32-B99A-4779-B7D7-ABFEB568C88C}"/>
              </a:ext>
            </a:extLst>
          </p:cNvPr>
          <p:cNvSpPr txBox="1"/>
          <p:nvPr/>
        </p:nvSpPr>
        <p:spPr>
          <a:xfrm>
            <a:off x="0" y="3048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盾を持った敵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1CB59-92A8-496B-95B0-D636B1C45BA2}"/>
              </a:ext>
            </a:extLst>
          </p:cNvPr>
          <p:cNvSpPr txBox="1"/>
          <p:nvPr/>
        </p:nvSpPr>
        <p:spPr>
          <a:xfrm>
            <a:off x="1936376" y="1219200"/>
            <a:ext cx="89109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赤い盾を持った敵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赤状態の攻撃で倒すことができない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赤状態で攻撃すると敵が少しノックバックする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青状態、黄色状態で倒しことができる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5810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85AA3F-2CDC-4DCD-ABA0-47A8EB37F850}"/>
              </a:ext>
            </a:extLst>
          </p:cNvPr>
          <p:cNvSpPr txBox="1"/>
          <p:nvPr/>
        </p:nvSpPr>
        <p:spPr>
          <a:xfrm>
            <a:off x="-1" y="0"/>
            <a:ext cx="17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508813-0548-4978-AB8A-C03EFEE7161B}"/>
              </a:ext>
            </a:extLst>
          </p:cNvPr>
          <p:cNvSpPr txBox="1"/>
          <p:nvPr/>
        </p:nvSpPr>
        <p:spPr>
          <a:xfrm>
            <a:off x="1972235" y="988367"/>
            <a:ext cx="760207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青いヘルメットを被った黄色い敵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他の敵と違い崖で折り返さず、そのまま落ちる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出現率低め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赤状態で一度攻撃をし、ヘルメットを剥がした後、</a:t>
            </a:r>
            <a:endParaRPr kumimoji="1" lang="en-US" altLang="ja-JP" sz="2400" dirty="0"/>
          </a:p>
          <a:p>
            <a:r>
              <a:rPr kumimoji="1" lang="ja-JP" altLang="en-US" sz="2400" dirty="0"/>
              <a:t>　青状態で踏みつけることで倒せる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黄色状態でも倒せる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この敵を倒すことで黄色状態になれるようになる</a:t>
            </a:r>
          </a:p>
        </p:txBody>
      </p:sp>
    </p:spTree>
    <p:extLst>
      <p:ext uri="{BB962C8B-B14F-4D97-AF65-F5344CB8AC3E}">
        <p14:creationId xmlns:p14="http://schemas.microsoft.com/office/powerpoint/2010/main" val="3286206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344</Words>
  <Application>Microsoft Office PowerPoint</Application>
  <PresentationFormat>ワイド画面</PresentationFormat>
  <Paragraphs>50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田中　大貴</cp:lastModifiedBy>
  <cp:revision>7</cp:revision>
  <dcterms:created xsi:type="dcterms:W3CDTF">2026-02-06T01:28:20Z</dcterms:created>
  <dcterms:modified xsi:type="dcterms:W3CDTF">2026-02-06T03:29:26Z</dcterms:modified>
</cp:coreProperties>
</file>