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5FD6EB-5A7B-4A62-B737-3FE6A88A2D67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809758-7E30-4D74-8F01-B821EE6F0615}"/>
              </a:ext>
            </a:extLst>
          </p:cNvPr>
          <p:cNvSpPr txBox="1"/>
          <p:nvPr/>
        </p:nvSpPr>
        <p:spPr>
          <a:xfrm>
            <a:off x="135466" y="552510"/>
            <a:ext cx="114130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・スコア</a:t>
            </a:r>
            <a:r>
              <a:rPr lang="en-US" altLang="ja-JP" dirty="0"/>
              <a:t>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)(ENEMY_NORMAL,ENEMY_BLUE…</a:t>
            </a:r>
            <a:r>
              <a:rPr lang="ja-JP" altLang="en-US" dirty="0"/>
              <a:t>など</a:t>
            </a:r>
            <a:r>
              <a:rPr lang="en-US" altLang="ja-JP" dirty="0"/>
              <a:t>)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FD845C-2C1E-44B4-BC67-50C20FDEF2A4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lang="en-US" altLang="ja-JP" dirty="0"/>
              <a:t>5</a:t>
            </a:r>
            <a:r>
              <a:rPr kumimoji="1" lang="ja-JP" altLang="en-US" dirty="0"/>
              <a:t>種類増える可能性アリ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・通常敵　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・ヘルメット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8E67C3-59A0-4453-BB0B-32390227161C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・ヘルメット持ちが赤状態で</a:t>
            </a:r>
            <a:r>
              <a:rPr lang="ja-JP" altLang="en-US" dirty="0"/>
              <a:t>攻撃を受けたとき</a:t>
            </a:r>
            <a:endParaRPr kumimoji="1" lang="en-US" altLang="ja-JP" dirty="0"/>
          </a:p>
          <a:p>
            <a:r>
              <a:rPr lang="ja-JP" altLang="en-US" dirty="0"/>
              <a:t>　・盾持ちが青状態で踏まれたとき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・黄色状態で敵に触れたとき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11C49A-B343-4873-AA2B-6D13F455B056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・プレイヤーが死亡→初期位置から再始</a:t>
            </a:r>
          </a:p>
        </p:txBody>
      </p:sp>
    </p:spTree>
    <p:extLst>
      <p:ext uri="{BB962C8B-B14F-4D97-AF65-F5344CB8AC3E}">
        <p14:creationId xmlns:p14="http://schemas.microsoft.com/office/powerpoint/2010/main" val="234332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lang="en-US" altLang="ja-JP" dirty="0"/>
              <a:t>5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倒したときのスコア</a:t>
            </a:r>
            <a:r>
              <a:rPr lang="ja-JP" altLang="en-US" sz="2400" dirty="0"/>
              <a:t>：</a:t>
            </a:r>
            <a:r>
              <a:rPr lang="en-US" altLang="ja-JP" sz="2400" dirty="0"/>
              <a:t>200(int)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倒したときのスコア：</a:t>
            </a:r>
            <a:r>
              <a:rPr kumimoji="1" lang="en-US" altLang="ja-JP" sz="2400" dirty="0"/>
              <a:t>500(int)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青状態、黄色状態で倒すことができる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倒したときのスコア：</a:t>
            </a:r>
            <a:r>
              <a:rPr lang="en-US" altLang="ja-JP" sz="2400" dirty="0"/>
              <a:t>500(int)</a:t>
            </a:r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倒したときのスコア：</a:t>
            </a:r>
            <a:r>
              <a:rPr lang="en-US" altLang="ja-JP" sz="2400" dirty="0"/>
              <a:t>800(int)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A9D3757-64CC-4643-BE3A-FA8F064E7503}"/>
              </a:ext>
            </a:extLst>
          </p:cNvPr>
          <p:cNvSpPr txBox="1"/>
          <p:nvPr/>
        </p:nvSpPr>
        <p:spPr>
          <a:xfrm>
            <a:off x="0" y="0"/>
            <a:ext cx="2061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完全武装敵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FF8F52-9A8C-40A9-8950-FA158378B13F}"/>
              </a:ext>
            </a:extLst>
          </p:cNvPr>
          <p:cNvSpPr txBox="1"/>
          <p:nvPr/>
        </p:nvSpPr>
        <p:spPr>
          <a:xfrm>
            <a:off x="2061882" y="1039906"/>
            <a:ext cx="738691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黄色のヘルメットと黄色の盾を持った敵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ステージ</a:t>
            </a:r>
            <a:r>
              <a:rPr kumimoji="1" lang="en-US" altLang="ja-JP" sz="2400" dirty="0"/>
              <a:t>3</a:t>
            </a:r>
            <a:r>
              <a:rPr kumimoji="1" lang="ja-JP" altLang="en-US" sz="2400" dirty="0"/>
              <a:t>にしか出現しない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黄色状態でしか倒せない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プレイヤーがこの敵に当たってもダメージは受けない</a:t>
            </a:r>
            <a:r>
              <a:rPr kumimoji="1" lang="en-US" altLang="ja-JP" sz="2400" dirty="0"/>
              <a:t>(</a:t>
            </a:r>
            <a:r>
              <a:rPr kumimoji="1" lang="ja-JP" altLang="en-US" sz="2400" dirty="0"/>
              <a:t>あくまでボーナススコアのような敵</a:t>
            </a:r>
            <a:r>
              <a:rPr kumimoji="1" lang="en-US" altLang="ja-JP" sz="24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プレイヤーがぶつかるとプレイヤーがノックバックする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倒したときのスコア：</a:t>
            </a:r>
            <a:r>
              <a:rPr lang="en-US" altLang="ja-JP" sz="2400"/>
              <a:t>1000(int)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350970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450</Words>
  <Application>Microsoft Office PowerPoint</Application>
  <PresentationFormat>ワイド画面</PresentationFormat>
  <Paragraphs>63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工野　夢香</cp:lastModifiedBy>
  <cp:revision>16</cp:revision>
  <dcterms:created xsi:type="dcterms:W3CDTF">2026-02-06T01:28:20Z</dcterms:created>
  <dcterms:modified xsi:type="dcterms:W3CDTF">2026-02-10T01:44:39Z</dcterms:modified>
</cp:coreProperties>
</file>