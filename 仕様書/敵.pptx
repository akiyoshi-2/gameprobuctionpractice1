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54" d="100"/>
          <a:sy n="54" d="100"/>
        </p:scale>
        <p:origin x="9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青状態、黄色状態で倒しことができる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223</Words>
  <Application>Microsoft Office PowerPoint</Application>
  <PresentationFormat>ワイド画面</PresentationFormat>
  <Paragraphs>34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秋吉　晟吾</cp:lastModifiedBy>
  <cp:revision>4</cp:revision>
  <dcterms:created xsi:type="dcterms:W3CDTF">2026-02-06T01:28:20Z</dcterms:created>
  <dcterms:modified xsi:type="dcterms:W3CDTF">2026-02-06T01:52:31Z</dcterms:modified>
</cp:coreProperties>
</file>