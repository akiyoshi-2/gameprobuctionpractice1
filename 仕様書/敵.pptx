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44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" y="11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)(ENEMY_SIZE_S)</a:t>
            </a:r>
          </a:p>
          <a:p>
            <a:r>
              <a:rPr kumimoji="1" lang="ja-JP" altLang="en-US" dirty="0"/>
              <a:t>　・基本</a:t>
            </a:r>
            <a:r>
              <a:rPr lang="en-US" altLang="ja-JP" dirty="0"/>
              <a:t>S</a:t>
            </a:r>
            <a:r>
              <a:rPr lang="ja-JP" altLang="en-US" dirty="0"/>
              <a:t>サイズ</a:t>
            </a:r>
            <a:endParaRPr lang="en-US" altLang="ja-JP" dirty="0"/>
          </a:p>
          <a:p>
            <a:r>
              <a:rPr kumimoji="1" lang="ja-JP" altLang="en-US" dirty="0"/>
              <a:t>　・基本</a:t>
            </a:r>
            <a:r>
              <a:rPr kumimoji="1" lang="en-US" altLang="ja-JP" dirty="0"/>
              <a:t>,</a:t>
            </a:r>
            <a:r>
              <a:rPr kumimoji="1" lang="ja-JP" altLang="en-US" dirty="0"/>
              <a:t>敵はプレイヤーを追尾する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・ヘルメット着用</a:t>
            </a:r>
            <a:endParaRPr kumimoji="1" lang="en-US" altLang="ja-JP" dirty="0"/>
          </a:p>
          <a:p>
            <a:r>
              <a:rPr kumimoji="1" lang="ja-JP" altLang="en-US" dirty="0"/>
              <a:t>　・通常敵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・青の強化状態で踏まれたとき</a:t>
            </a:r>
            <a:endParaRPr kumimoji="1" lang="en-US" altLang="ja-JP" dirty="0"/>
          </a:p>
          <a:p>
            <a:r>
              <a:rPr lang="ja-JP" altLang="en-US" dirty="0"/>
              <a:t>　・赤の強化状態の波動</a:t>
            </a:r>
            <a:r>
              <a:rPr lang="en-US" altLang="ja-JP" dirty="0"/>
              <a:t>(?)</a:t>
            </a:r>
            <a:r>
              <a:rPr lang="ja-JP" altLang="en-US" dirty="0"/>
              <a:t>で攻撃を受けたとき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・黄色の強化状態の無敵の時に敵に触れたとき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・プレイヤーが死亡→リスタートしたとき敵も初期位置から開始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青状態、黄色状態で倒しことができる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361</Words>
  <Application>Microsoft Office PowerPoint</Application>
  <PresentationFormat>ワイド画面</PresentationFormat>
  <Paragraphs>51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大貴</cp:lastModifiedBy>
  <cp:revision>5</cp:revision>
  <dcterms:created xsi:type="dcterms:W3CDTF">2026-02-06T01:28:20Z</dcterms:created>
  <dcterms:modified xsi:type="dcterms:W3CDTF">2026-02-06T03:18:14Z</dcterms:modified>
</cp:coreProperties>
</file>