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6" r:id="rId3"/>
    <p:sldId id="257" r:id="rId4"/>
    <p:sldId id="258" r:id="rId5"/>
    <p:sldId id="259" r:id="rId6"/>
    <p:sldId id="260" r:id="rId7"/>
    <p:sldId id="262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44" autoAdjust="0"/>
    <p:restoredTop sz="94660"/>
  </p:normalViewPr>
  <p:slideViewPr>
    <p:cSldViewPr snapToGrid="0">
      <p:cViewPr varScale="1">
        <p:scale>
          <a:sx n="54" d="100"/>
          <a:sy n="54" d="100"/>
        </p:scale>
        <p:origin x="90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74CC41-455F-4361-836D-C7E0FDD07E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AEB28DD-FF84-4CAE-B66E-15E78FB977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29D1E7C-8ABF-430B-8910-404DAE109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C61BB-3DFA-4B3C-8BB0-76BE215F031E}" type="datetimeFigureOut">
              <a:rPr kumimoji="1" lang="ja-JP" altLang="en-US" smtClean="0"/>
              <a:t>2026/2/10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411EFBF-DFD3-4B2A-8D7E-474C4C155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DA72D7B-1C8D-4778-B57E-F9CBFBEC0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DFCF4-0AA6-41BE-BA99-7C42C49E93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4589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14AC57-ED68-43FA-B970-5099BF46E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64CBED7-C601-4B1C-9035-90A31CAAE5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5A6D209-C168-4BA0-A222-D6B1B5E31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C61BB-3DFA-4B3C-8BB0-76BE215F031E}" type="datetimeFigureOut">
              <a:rPr kumimoji="1" lang="ja-JP" altLang="en-US" smtClean="0"/>
              <a:t>2026/2/10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E8DC81C-06A3-46D5-AB20-34CDE495B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601DC8B-5FDB-4F52-B22D-3CA2C8FD7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DFCF4-0AA6-41BE-BA99-7C42C49E93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7270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88110B-3770-4B80-B078-33DD26AF1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6D926C1-CE17-4DF8-A984-FDEFADD3F7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61B8631-05DC-4174-BA90-82CACB846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C61BB-3DFA-4B3C-8BB0-76BE215F031E}" type="datetimeFigureOut">
              <a:rPr kumimoji="1" lang="ja-JP" altLang="en-US" smtClean="0"/>
              <a:t>2026/2/10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FB700AF-CC6C-4D58-A0CB-636EAD110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DAF199F-E476-4B8B-952A-B8C0C7863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DFCF4-0AA6-41BE-BA99-7C42C49E93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9714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5514FD-1FA5-4F0B-8910-EFB42B25A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2C6B0AA-9E22-45EA-BC93-96F96BCE96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45B143B-8EED-4A9E-9D0A-63CC15884A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0210DC0-F5A5-4579-82A9-5A165BC4A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C61BB-3DFA-4B3C-8BB0-76BE215F031E}" type="datetimeFigureOut">
              <a:rPr kumimoji="1" lang="ja-JP" altLang="en-US" smtClean="0"/>
              <a:t>2026/2/10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E5F0D4F-E35F-4EB7-86A3-00EB38B2D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25A827A-6914-4E9A-888E-91A0D9924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DFCF4-0AA6-41BE-BA99-7C42C49E93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3070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A24832-4310-47F6-A9D3-D7885C845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3337312-6383-43FF-BB17-273774F67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2495388-4B71-4672-8707-D26F4B823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43C2318-40E1-4316-AAFA-1171455BD7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C43757D-1C6E-4AE1-8C48-A07D442488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4291546-0FC3-4B62-9E65-31DC17B12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C61BB-3DFA-4B3C-8BB0-76BE215F031E}" type="datetimeFigureOut">
              <a:rPr kumimoji="1" lang="ja-JP" altLang="en-US" smtClean="0"/>
              <a:t>2026/2/10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F88B55A-25F1-4E34-B558-AED680649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F78024A-32C5-4B0A-A74A-7B95054D8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DFCF4-0AA6-41BE-BA99-7C42C49E93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65450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778226-EB9F-4EE3-B3E6-1B1414DBD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9343A20-0636-41F0-A04F-DDCD6B02C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C61BB-3DFA-4B3C-8BB0-76BE215F031E}" type="datetimeFigureOut">
              <a:rPr kumimoji="1" lang="ja-JP" altLang="en-US" smtClean="0"/>
              <a:t>2026/2/10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11E7EEC-929D-4B59-B524-7D648721C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AFF093C-8171-4D68-BA7A-6F47822B0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DFCF4-0AA6-41BE-BA99-7C42C49E93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9211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A81611C-2DF8-4F0B-9266-CA2835403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C61BB-3DFA-4B3C-8BB0-76BE215F031E}" type="datetimeFigureOut">
              <a:rPr kumimoji="1" lang="ja-JP" altLang="en-US" smtClean="0"/>
              <a:t>2026/2/10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C73E892-C1D2-4DBE-B43A-2DE72BBED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0D31F00-13A3-48A7-BC19-A857B8684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DFCF4-0AA6-41BE-BA99-7C42C49E93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4578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CB1275-E374-4635-A719-D8CED7D8C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E16185A-5C5E-45AF-B6B3-82D63740E6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B39AF8D-3B9E-4CFA-822F-22A3D9108F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2000EC6-F4EE-47D0-8F1D-376D9F217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C61BB-3DFA-4B3C-8BB0-76BE215F031E}" type="datetimeFigureOut">
              <a:rPr kumimoji="1" lang="ja-JP" altLang="en-US" smtClean="0"/>
              <a:t>2026/2/10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488C2EC-13A7-49BE-8E40-FB49D21F0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08917A8-C6A9-4778-B41F-931023A9D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DFCF4-0AA6-41BE-BA99-7C42C49E93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2034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68F4E1-DBBA-479D-B8E9-D2C4D2E06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4FA250E-747D-4321-9412-36982EA942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94133CC-6A87-4D88-95A2-EB2125F6A9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5EE6E76-469D-4EA7-B663-1F9C6F226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C61BB-3DFA-4B3C-8BB0-76BE215F031E}" type="datetimeFigureOut">
              <a:rPr kumimoji="1" lang="ja-JP" altLang="en-US" smtClean="0"/>
              <a:t>2026/2/10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B4F34AC-1748-4C17-9B3C-183A87852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742ECA1-843C-4AED-B1FE-32DAB787C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DFCF4-0AA6-41BE-BA99-7C42C49E93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3208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E5923B-0851-4CFC-B8B5-1A09E0BB1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303835A-25FB-44ED-9429-C74AA60229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1880630-11FC-4572-98FD-10AC8A355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C61BB-3DFA-4B3C-8BB0-76BE215F031E}" type="datetimeFigureOut">
              <a:rPr kumimoji="1" lang="ja-JP" altLang="en-US" smtClean="0"/>
              <a:t>2026/2/10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3FA4628-BDE7-4064-BDB5-629BC444A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BC517DF-BE66-4EBB-9899-E591FA6C5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DFCF4-0AA6-41BE-BA99-7C42C49E93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2086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26C9EA5-AD88-472B-A811-600DE6AF84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96A2E3E-6BD4-4E12-867E-36B9FF983E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910C12B-75B2-4613-B17D-4378FBB5F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C61BB-3DFA-4B3C-8BB0-76BE215F031E}" type="datetimeFigureOut">
              <a:rPr kumimoji="1" lang="ja-JP" altLang="en-US" smtClean="0"/>
              <a:t>2026/2/10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2030539-B967-425E-B7A2-92EE61545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889BCE8-004C-4277-A2A0-67C47279F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DFCF4-0AA6-41BE-BA99-7C42C49E93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4043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9311AE6-089D-4BC1-836D-CEBDDBAB6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83F3CDF-AFA6-455F-8367-B3FE6E9E5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899F842-6319-4D68-A25D-79193C09D2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AC61BB-3DFA-4B3C-8BB0-76BE215F031E}" type="datetimeFigureOut">
              <a:rPr kumimoji="1" lang="ja-JP" altLang="en-US" smtClean="0"/>
              <a:t>2026/2/10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29F7571-8463-4D2E-85C0-29292ADA7C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29FB1C2-0296-45E1-AE14-E0DDD04493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DFCF4-0AA6-41BE-BA99-7C42C49E93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6102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35FD6EB-5A7B-4A62-B737-3FE6A88A2D67}"/>
              </a:ext>
            </a:extLst>
          </p:cNvPr>
          <p:cNvSpPr txBox="1"/>
          <p:nvPr/>
        </p:nvSpPr>
        <p:spPr>
          <a:xfrm>
            <a:off x="135466" y="152400"/>
            <a:ext cx="25230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敵について</a:t>
            </a:r>
            <a:endParaRPr kumimoji="1" lang="en-US" altLang="ja-JP" sz="20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4809758-7E30-4D74-8F01-B821EE6F0615}"/>
              </a:ext>
            </a:extLst>
          </p:cNvPr>
          <p:cNvSpPr txBox="1"/>
          <p:nvPr/>
        </p:nvSpPr>
        <p:spPr>
          <a:xfrm>
            <a:off x="135466" y="552510"/>
            <a:ext cx="1141306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※</a:t>
            </a:r>
            <a:r>
              <a:rPr lang="ja-JP" altLang="en-US" dirty="0"/>
              <a:t>随時追加予定</a:t>
            </a:r>
            <a:r>
              <a:rPr lang="en-US" altLang="ja-JP" dirty="0"/>
              <a:t>(</a:t>
            </a:r>
            <a:r>
              <a:rPr lang="ja-JP" altLang="en-US" dirty="0"/>
              <a:t>未定</a:t>
            </a:r>
            <a:r>
              <a:rPr lang="en-US" altLang="ja-JP" dirty="0"/>
              <a:t>)</a:t>
            </a:r>
          </a:p>
          <a:p>
            <a:r>
              <a:rPr kumimoji="1" lang="ja-JP" altLang="en-US" dirty="0"/>
              <a:t>・以下の設定をできるようにする</a:t>
            </a:r>
            <a:endParaRPr kumimoji="1" lang="en-US" altLang="ja-JP" dirty="0"/>
          </a:p>
          <a:p>
            <a:r>
              <a:rPr lang="ja-JP" altLang="en-US" dirty="0"/>
              <a:t>　・</a:t>
            </a:r>
            <a:r>
              <a:rPr lang="en-US" altLang="ja-JP" dirty="0"/>
              <a:t>HP (int)</a:t>
            </a:r>
          </a:p>
          <a:p>
            <a:r>
              <a:rPr lang="ja-JP" altLang="en-US" dirty="0"/>
              <a:t>　・スコア</a:t>
            </a:r>
            <a:r>
              <a:rPr lang="en-US" altLang="ja-JP" dirty="0"/>
              <a:t>(int)</a:t>
            </a:r>
          </a:p>
          <a:p>
            <a:r>
              <a:rPr lang="ja-JP" altLang="en-US" dirty="0"/>
              <a:t>　・キャラクターのサイズ</a:t>
            </a:r>
            <a:r>
              <a:rPr lang="en-US" altLang="ja-JP" dirty="0"/>
              <a:t>(</a:t>
            </a:r>
            <a:r>
              <a:rPr lang="en-US" altLang="ja-JP" dirty="0" err="1"/>
              <a:t>enum</a:t>
            </a:r>
            <a:r>
              <a:rPr lang="en-US" altLang="ja-JP" dirty="0"/>
              <a:t>)(ENEMY_NORMAL,ENEMY_BLUE…</a:t>
            </a:r>
            <a:r>
              <a:rPr lang="ja-JP" altLang="en-US" dirty="0"/>
              <a:t>など</a:t>
            </a:r>
            <a:r>
              <a:rPr lang="en-US" altLang="ja-JP" dirty="0"/>
              <a:t>)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EFD845C-2C1E-44B4-BC67-50C20FDEF2A4}"/>
              </a:ext>
            </a:extLst>
          </p:cNvPr>
          <p:cNvSpPr txBox="1"/>
          <p:nvPr/>
        </p:nvSpPr>
        <p:spPr>
          <a:xfrm>
            <a:off x="361949" y="4828163"/>
            <a:ext cx="11506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・敵の種類</a:t>
            </a:r>
            <a:r>
              <a:rPr kumimoji="1" lang="en-US" altLang="ja-JP" dirty="0"/>
              <a:t>(</a:t>
            </a:r>
            <a:r>
              <a:rPr kumimoji="1" lang="ja-JP" altLang="en-US" dirty="0"/>
              <a:t>現在</a:t>
            </a:r>
            <a:r>
              <a:rPr lang="en-US" altLang="ja-JP" dirty="0"/>
              <a:t>5</a:t>
            </a:r>
            <a:r>
              <a:rPr kumimoji="1" lang="ja-JP" altLang="en-US" dirty="0"/>
              <a:t>種類増える可能性アリ</a:t>
            </a:r>
            <a:r>
              <a:rPr kumimoji="1" lang="en-US" altLang="ja-JP" dirty="0"/>
              <a:t>)</a:t>
            </a:r>
          </a:p>
          <a:p>
            <a:r>
              <a:rPr kumimoji="1" lang="ja-JP" altLang="en-US" dirty="0"/>
              <a:t>　・通常敵　</a:t>
            </a:r>
            <a:endParaRPr kumimoji="1" lang="en-US" altLang="ja-JP" dirty="0"/>
          </a:p>
          <a:p>
            <a:r>
              <a:rPr lang="ja-JP" altLang="en-US" dirty="0"/>
              <a:t>　</a:t>
            </a:r>
            <a:r>
              <a:rPr kumimoji="1" lang="ja-JP" altLang="en-US" dirty="0"/>
              <a:t>・ヘルメット</a:t>
            </a:r>
            <a:endParaRPr kumimoji="1" lang="en-US" altLang="ja-JP" dirty="0"/>
          </a:p>
          <a:p>
            <a:r>
              <a:rPr lang="ja-JP" altLang="en-US" dirty="0"/>
              <a:t>　・盾持ち</a:t>
            </a:r>
            <a:endParaRPr lang="en-US" altLang="ja-JP" dirty="0"/>
          </a:p>
          <a:p>
            <a:r>
              <a:rPr kumimoji="1" lang="ja-JP" altLang="en-US" dirty="0"/>
              <a:t>　・黄色い敵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98E67C3-59A0-4453-BB0B-32390227161C}"/>
              </a:ext>
            </a:extLst>
          </p:cNvPr>
          <p:cNvSpPr txBox="1"/>
          <p:nvPr/>
        </p:nvSpPr>
        <p:spPr>
          <a:xfrm>
            <a:off x="361949" y="2750670"/>
            <a:ext cx="84296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・以下のタイミングでダメージを受ける</a:t>
            </a:r>
            <a:endParaRPr lang="en-US" altLang="ja-JP" dirty="0"/>
          </a:p>
          <a:p>
            <a:r>
              <a:rPr kumimoji="1" lang="ja-JP" altLang="en-US" dirty="0"/>
              <a:t>　・ヘルメット持ちが赤状態で</a:t>
            </a:r>
            <a:r>
              <a:rPr lang="ja-JP" altLang="en-US" dirty="0"/>
              <a:t>攻撃を受けたとき</a:t>
            </a:r>
            <a:endParaRPr kumimoji="1" lang="en-US" altLang="ja-JP" dirty="0"/>
          </a:p>
          <a:p>
            <a:r>
              <a:rPr lang="ja-JP" altLang="en-US" dirty="0"/>
              <a:t>　・盾持ちが青状態で踏まれたとき</a:t>
            </a:r>
            <a:endParaRPr lang="en-US" altLang="ja-JP" dirty="0"/>
          </a:p>
          <a:p>
            <a:r>
              <a:rPr kumimoji="1" lang="ja-JP" altLang="en-US" dirty="0"/>
              <a:t>　</a:t>
            </a:r>
            <a:r>
              <a:rPr lang="ja-JP" altLang="en-US" dirty="0"/>
              <a:t>・黄色状態で敵に触れたとき</a:t>
            </a:r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D11C49A-B343-4873-AA2B-6D13F455B056}"/>
              </a:ext>
            </a:extLst>
          </p:cNvPr>
          <p:cNvSpPr txBox="1"/>
          <p:nvPr/>
        </p:nvSpPr>
        <p:spPr>
          <a:xfrm>
            <a:off x="361949" y="4248150"/>
            <a:ext cx="9477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・プレイヤーが死亡→初期位置から再始</a:t>
            </a:r>
          </a:p>
        </p:txBody>
      </p:sp>
    </p:spTree>
    <p:extLst>
      <p:ext uri="{BB962C8B-B14F-4D97-AF65-F5344CB8AC3E}">
        <p14:creationId xmlns:p14="http://schemas.microsoft.com/office/powerpoint/2010/main" val="23433244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字幕 2">
            <a:extLst>
              <a:ext uri="{FF2B5EF4-FFF2-40B4-BE49-F238E27FC236}">
                <a16:creationId xmlns:a16="http://schemas.microsoft.com/office/drawing/2014/main" id="{31976E43-9E88-43EB-AE6A-919BACAC9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057835"/>
            <a:ext cx="9144000" cy="4199965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kumimoji="1" lang="ja-JP" altLang="en-US" dirty="0"/>
              <a:t>敵は</a:t>
            </a:r>
            <a:r>
              <a:rPr lang="en-US" altLang="ja-JP" dirty="0"/>
              <a:t>5</a:t>
            </a:r>
            <a:r>
              <a:rPr kumimoji="1" lang="ja-JP" altLang="en-US" dirty="0"/>
              <a:t>種類</a:t>
            </a:r>
            <a:r>
              <a:rPr lang="en-US" altLang="ja-JP" dirty="0"/>
              <a:t>(</a:t>
            </a:r>
            <a:r>
              <a:rPr lang="ja-JP" altLang="en-US" dirty="0"/>
              <a:t>増える可能性あり</a:t>
            </a:r>
            <a:r>
              <a:rPr lang="en-US" altLang="ja-JP" dirty="0"/>
              <a:t>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kumimoji="1" lang="ja-JP" altLang="en-US" dirty="0"/>
              <a:t>当たり判定は</a:t>
            </a:r>
            <a:r>
              <a:rPr lang="en-US" altLang="ja-JP" dirty="0"/>
              <a:t>box</a:t>
            </a:r>
            <a:r>
              <a:rPr lang="ja-JP" altLang="en-US" dirty="0"/>
              <a:t>でつくる</a:t>
            </a:r>
            <a:endParaRPr lang="en-US" altLang="ja-JP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kumimoji="1" lang="ja-JP" altLang="en-US" dirty="0"/>
              <a:t>プレイヤーが黄色状態の時以外は横からプレイヤーとぶつかるとプレイヤーが</a:t>
            </a:r>
            <a:r>
              <a:rPr lang="ja-JP" altLang="en-US" dirty="0"/>
              <a:t>死ぬ</a:t>
            </a:r>
            <a:endParaRPr lang="en-US" altLang="ja-JP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kumimoji="1" lang="ja-JP" altLang="en-US" dirty="0"/>
              <a:t>プレイヤーが赤状態の時のみ敵をプレイヤーが踏むとプレイヤーが死ぬ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BD3E3C8-9947-4717-B1B0-E1C60CDE6213}"/>
              </a:ext>
            </a:extLst>
          </p:cNvPr>
          <p:cNvSpPr txBox="1"/>
          <p:nvPr/>
        </p:nvSpPr>
        <p:spPr>
          <a:xfrm>
            <a:off x="0" y="0"/>
            <a:ext cx="2330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u="sng" dirty="0"/>
              <a:t>敵について</a:t>
            </a:r>
            <a:endParaRPr kumimoji="1" lang="ja-JP" altLang="en-US" u="sng" dirty="0"/>
          </a:p>
        </p:txBody>
      </p:sp>
    </p:spTree>
    <p:extLst>
      <p:ext uri="{BB962C8B-B14F-4D97-AF65-F5344CB8AC3E}">
        <p14:creationId xmlns:p14="http://schemas.microsoft.com/office/powerpoint/2010/main" val="246067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0C33FC6-8D4A-4542-8E82-894564BAD690}"/>
              </a:ext>
            </a:extLst>
          </p:cNvPr>
          <p:cNvSpPr txBox="1"/>
          <p:nvPr/>
        </p:nvSpPr>
        <p:spPr>
          <a:xfrm>
            <a:off x="0" y="0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u="sng" dirty="0"/>
              <a:t>通常敵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61E2FC2-C515-4027-A099-B9B483040A23}"/>
              </a:ext>
            </a:extLst>
          </p:cNvPr>
          <p:cNvSpPr txBox="1"/>
          <p:nvPr/>
        </p:nvSpPr>
        <p:spPr>
          <a:xfrm>
            <a:off x="1631577" y="1326776"/>
            <a:ext cx="769171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これといった特徴はない</a:t>
            </a:r>
            <a:endParaRPr kumimoji="1" lang="en-US" altLang="ja-JP" sz="2400" dirty="0"/>
          </a:p>
          <a:p>
            <a:endParaRPr lang="en-US" altLang="ja-JP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400" dirty="0"/>
              <a:t>歩くだけ</a:t>
            </a:r>
            <a:endParaRPr lang="en-US" altLang="ja-JP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ja-JP" altLang="en-US" sz="2400" dirty="0"/>
              <a:t>どの状態でも倒すことができる</a:t>
            </a:r>
            <a:endParaRPr kumimoji="1" lang="en-US" altLang="ja-JP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400" dirty="0"/>
              <a:t>崖で折り返す</a:t>
            </a:r>
            <a:endParaRPr lang="en-US" altLang="ja-JP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ja-JP" altLang="en-US" sz="2400" dirty="0"/>
              <a:t>倒したときのスコア</a:t>
            </a:r>
            <a:r>
              <a:rPr lang="ja-JP" altLang="en-US" sz="2400" dirty="0"/>
              <a:t>：</a:t>
            </a:r>
            <a:r>
              <a:rPr lang="en-US" altLang="ja-JP" sz="2400" dirty="0"/>
              <a:t>200(int)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100388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4C323C9-05FC-4335-A52A-EB4698F5ACD5}"/>
              </a:ext>
            </a:extLst>
          </p:cNvPr>
          <p:cNvSpPr txBox="1"/>
          <p:nvPr/>
        </p:nvSpPr>
        <p:spPr>
          <a:xfrm>
            <a:off x="0" y="0"/>
            <a:ext cx="2725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u="sng" dirty="0"/>
              <a:t>ヘルメット敵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AF93C27-D6E3-4770-BFB3-5732BDCB30A7}"/>
              </a:ext>
            </a:extLst>
          </p:cNvPr>
          <p:cNvSpPr txBox="1"/>
          <p:nvPr/>
        </p:nvSpPr>
        <p:spPr>
          <a:xfrm>
            <a:off x="2151529" y="968188"/>
            <a:ext cx="754828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青いヘルメットを被った敵</a:t>
            </a:r>
            <a:endParaRPr kumimoji="1" lang="en-US" altLang="ja-JP" sz="2400" dirty="0"/>
          </a:p>
          <a:p>
            <a:endParaRPr lang="en-US" altLang="ja-JP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ja-JP" altLang="en-US" sz="2400" dirty="0"/>
              <a:t>基本の動きは通常敵と同じ</a:t>
            </a:r>
            <a:endParaRPr kumimoji="1" lang="en-US" altLang="ja-JP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ja-JP" altLang="en-US" sz="2400" dirty="0"/>
              <a:t>青状態での踏みつけ攻撃で倒すことができない</a:t>
            </a:r>
            <a:endParaRPr kumimoji="1" lang="en-US" altLang="ja-JP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400" dirty="0"/>
              <a:t>青状態で踏むとプレイヤーがちょっと跳ねる</a:t>
            </a:r>
            <a:endParaRPr kumimoji="1" lang="en-US" altLang="ja-JP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400" dirty="0"/>
              <a:t>赤状態、黄色状態で倒すことができる</a:t>
            </a:r>
            <a:endParaRPr lang="en-US" altLang="ja-JP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ja-JP" altLang="en-US" sz="2400" dirty="0"/>
              <a:t>倒したときのスコア：</a:t>
            </a:r>
            <a:r>
              <a:rPr kumimoji="1" lang="en-US" altLang="ja-JP" sz="2400" dirty="0"/>
              <a:t>500(int)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004288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5078A32-B99A-4779-B7D7-ABFEB568C88C}"/>
              </a:ext>
            </a:extLst>
          </p:cNvPr>
          <p:cNvSpPr txBox="1"/>
          <p:nvPr/>
        </p:nvSpPr>
        <p:spPr>
          <a:xfrm>
            <a:off x="0" y="30488"/>
            <a:ext cx="1936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u="sng" dirty="0"/>
              <a:t>盾を持った敵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1F1CB59-92A8-496B-95B0-D636B1C45BA2}"/>
              </a:ext>
            </a:extLst>
          </p:cNvPr>
          <p:cNvSpPr txBox="1"/>
          <p:nvPr/>
        </p:nvSpPr>
        <p:spPr>
          <a:xfrm>
            <a:off x="1936376" y="1219200"/>
            <a:ext cx="891091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赤い盾を持った敵</a:t>
            </a:r>
            <a:endParaRPr kumimoji="1" lang="en-US" altLang="ja-JP" sz="2400" dirty="0"/>
          </a:p>
          <a:p>
            <a:endParaRPr lang="en-US" altLang="ja-JP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ja-JP" altLang="en-US" sz="2400" dirty="0"/>
              <a:t>基本の動きは通常敵と同じ</a:t>
            </a:r>
            <a:endParaRPr kumimoji="1" lang="en-US" altLang="ja-JP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ja-JP" altLang="en-US" sz="2400" dirty="0"/>
              <a:t>赤状態の攻撃で倒すことができない</a:t>
            </a:r>
            <a:endParaRPr kumimoji="1" lang="en-US" altLang="ja-JP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ja-JP" altLang="en-US" sz="2400" dirty="0"/>
              <a:t>赤状態で攻撃すると敵が少しノックバックする</a:t>
            </a:r>
            <a:endParaRPr kumimoji="1" lang="en-US" altLang="ja-JP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400" dirty="0"/>
              <a:t>青状態、黄色状態で倒すことができる</a:t>
            </a:r>
            <a:endParaRPr lang="en-US" altLang="ja-JP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400" dirty="0"/>
              <a:t>倒したときのスコア：</a:t>
            </a:r>
            <a:r>
              <a:rPr lang="en-US" altLang="ja-JP" sz="2400" dirty="0"/>
              <a:t>500(int)</a:t>
            </a:r>
          </a:p>
        </p:txBody>
      </p:sp>
    </p:spTree>
    <p:extLst>
      <p:ext uri="{BB962C8B-B14F-4D97-AF65-F5344CB8AC3E}">
        <p14:creationId xmlns:p14="http://schemas.microsoft.com/office/powerpoint/2010/main" val="2858108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F85AA3F-2CDC-4DCD-ABA0-47A8EB37F850}"/>
              </a:ext>
            </a:extLst>
          </p:cNvPr>
          <p:cNvSpPr txBox="1"/>
          <p:nvPr/>
        </p:nvSpPr>
        <p:spPr>
          <a:xfrm>
            <a:off x="-1" y="0"/>
            <a:ext cx="1792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u="sng" dirty="0"/>
              <a:t>黄色い敵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E508813-0548-4978-AB8A-C03EFEE7161B}"/>
              </a:ext>
            </a:extLst>
          </p:cNvPr>
          <p:cNvSpPr txBox="1"/>
          <p:nvPr/>
        </p:nvSpPr>
        <p:spPr>
          <a:xfrm>
            <a:off x="1972235" y="988367"/>
            <a:ext cx="760207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青いヘルメットを被った黄色い敵</a:t>
            </a:r>
            <a:endParaRPr kumimoji="1" lang="en-US" altLang="ja-JP" sz="2400" dirty="0"/>
          </a:p>
          <a:p>
            <a:endParaRPr lang="en-US" altLang="ja-JP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ja-JP" altLang="en-US" sz="2400" dirty="0"/>
              <a:t>他の敵と違い崖で折り返さず、そのまま落ちる</a:t>
            </a:r>
            <a:endParaRPr kumimoji="1" lang="en-US" altLang="ja-JP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400" dirty="0"/>
              <a:t>出現率低め</a:t>
            </a:r>
            <a:endParaRPr lang="en-US" altLang="ja-JP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ja-JP" altLang="en-US" sz="2400" dirty="0"/>
              <a:t>赤状態で一度攻撃をし、ヘルメットを剥がした後、</a:t>
            </a:r>
            <a:endParaRPr kumimoji="1" lang="en-US" altLang="ja-JP" sz="2400" dirty="0"/>
          </a:p>
          <a:p>
            <a:r>
              <a:rPr kumimoji="1" lang="ja-JP" altLang="en-US" sz="2400" dirty="0"/>
              <a:t>　青状態で踏みつけることで倒せる</a:t>
            </a:r>
            <a:endParaRPr kumimoji="1" lang="en-US" altLang="ja-JP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400" dirty="0"/>
              <a:t>黄色状態でも倒せる</a:t>
            </a:r>
            <a:endParaRPr lang="en-US" altLang="ja-JP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ja-JP" altLang="en-US" sz="2400" dirty="0"/>
              <a:t>この敵を倒すことで黄色状態になれるようになる</a:t>
            </a:r>
            <a:endParaRPr kumimoji="1" lang="en-US" altLang="ja-JP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400" dirty="0"/>
              <a:t>倒したときのスコア：</a:t>
            </a:r>
            <a:r>
              <a:rPr lang="en-US" altLang="ja-JP" sz="2400" dirty="0"/>
              <a:t>800(int)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2862062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A9D3757-64CC-4643-BE3A-FA8F064E7503}"/>
              </a:ext>
            </a:extLst>
          </p:cNvPr>
          <p:cNvSpPr txBox="1"/>
          <p:nvPr/>
        </p:nvSpPr>
        <p:spPr>
          <a:xfrm>
            <a:off x="0" y="0"/>
            <a:ext cx="2061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u="sng" dirty="0"/>
              <a:t>完全武装敵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BFF8F52-9A8C-40A9-8950-FA158378B13F}"/>
              </a:ext>
            </a:extLst>
          </p:cNvPr>
          <p:cNvSpPr txBox="1"/>
          <p:nvPr/>
        </p:nvSpPr>
        <p:spPr>
          <a:xfrm>
            <a:off x="2061882" y="1039906"/>
            <a:ext cx="738691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黄色のヘルメットと黄色の盾を持った敵</a:t>
            </a:r>
            <a:endParaRPr kumimoji="1" lang="en-US" altLang="ja-JP" sz="2400" dirty="0"/>
          </a:p>
          <a:p>
            <a:endParaRPr lang="en-US" altLang="ja-JP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ja-JP" altLang="en-US" sz="2400" dirty="0"/>
              <a:t>基本の動きは通常敵と同じ</a:t>
            </a:r>
            <a:endParaRPr kumimoji="1" lang="en-US" altLang="ja-JP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ja-JP" altLang="en-US" sz="2400" dirty="0"/>
              <a:t>ステージ</a:t>
            </a:r>
            <a:r>
              <a:rPr kumimoji="1" lang="en-US" altLang="ja-JP" sz="2400" dirty="0"/>
              <a:t>3</a:t>
            </a:r>
            <a:r>
              <a:rPr kumimoji="1" lang="ja-JP" altLang="en-US" sz="2400" dirty="0"/>
              <a:t>にしか出現しない</a:t>
            </a:r>
            <a:endParaRPr kumimoji="1" lang="en-US" altLang="ja-JP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400" dirty="0"/>
              <a:t>黄色状態でしか倒せない</a:t>
            </a:r>
            <a:endParaRPr lang="en-US" altLang="ja-JP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ja-JP" altLang="en-US" sz="2400" dirty="0"/>
              <a:t>プレイヤーがこの敵に当たってもダメージは受けない</a:t>
            </a:r>
            <a:r>
              <a:rPr kumimoji="1" lang="en-US" altLang="ja-JP" sz="2400" dirty="0"/>
              <a:t>(</a:t>
            </a:r>
            <a:r>
              <a:rPr kumimoji="1" lang="ja-JP" altLang="en-US" sz="2400" dirty="0"/>
              <a:t>あくまでボーナススコアのような敵</a:t>
            </a:r>
            <a:r>
              <a:rPr kumimoji="1" lang="en-US" altLang="ja-JP" sz="2400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350970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433</Words>
  <Application>Microsoft Office PowerPoint</Application>
  <PresentationFormat>ワイド画面</PresentationFormat>
  <Paragraphs>61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1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秋吉　晟吾</dc:creator>
  <cp:lastModifiedBy>秋吉　晟吾</cp:lastModifiedBy>
  <cp:revision>15</cp:revision>
  <dcterms:created xsi:type="dcterms:W3CDTF">2026-02-06T01:28:20Z</dcterms:created>
  <dcterms:modified xsi:type="dcterms:W3CDTF">2026-02-10T01:36:39Z</dcterms:modified>
</cp:coreProperties>
</file>