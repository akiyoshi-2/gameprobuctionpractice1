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545" autoAdjust="0"/>
    <p:restoredTop sz="94660"/>
  </p:normalViewPr>
  <p:slideViewPr>
    <p:cSldViewPr snapToGrid="0">
      <p:cViewPr varScale="1">
        <p:scale>
          <a:sx n="72" d="100"/>
          <a:sy n="72" d="100"/>
        </p:scale>
        <p:origin x="78" y="9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245D14-A2CF-42A5-90A0-D7F5CDF43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AADA0AF-2FBF-41E0-8BFF-4F5093AF32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37E5FF-E5C6-426B-83D1-BAF770F4C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FDAF9D-A90B-4478-ADAE-688B31713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201615-68E1-4791-BE9B-E96D3909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0077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6D2AA9-3CED-446C-AC4E-32F25AD0B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7D2C3B-19AA-4431-842F-EDB02C8FB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E253F2-5EDB-4CFE-A695-96B8D1EA8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830B56-7522-4C8E-A833-AD54CC74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42F89A-CA5B-45EA-A368-C14E86A97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3524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964AB0-9E6A-4357-91D3-CE6ED6A13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0FB795-A52F-445F-A87C-F591B10AD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94CC1D-3C0B-48DF-A8E6-23E84470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FEABEF-834B-4B50-95A5-26BAD91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E6ED2D-208F-4B0F-BF5E-DB5C5591E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619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B5EA38-3C10-4F5F-877F-672CD73A6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3B1C36-045A-4747-AFCD-69B832E95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6023BC1-5F9D-48BB-94F8-F7CBD987C8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D572F0-C0AC-43B2-BF1C-7780CCFA9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1B176F-8417-4F0F-B074-C821831FB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DF5F32-8C20-464B-B5DB-2848DAEC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1157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8A65E-1BC8-48A4-89DB-1B63A922E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1FF4D9-1EBF-489C-96F5-F4AC50C0A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90A6B1-149C-4F02-B93F-845A54925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387F1BB-ABDE-422B-AB27-A60C190C81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0CF3107-96D3-487E-8455-B3C55ADED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2FABAA4-8240-40A0-A886-3AB5C3AC4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B9BC6D4-8BFA-49DB-91FC-CE983EA67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252C62-28C6-420D-A226-C67C34BD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716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5B46E-6E8C-4CB3-A4BC-3EFEABA03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F782237-73EE-4D69-ADC2-29036A903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4FBAB71-444F-436E-B376-FD3CC90F4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66DDFDA-F50D-4D7E-A34A-335B90CE9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49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2E3CBFB-D283-4FCB-A68C-F7B4DAA35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FA83D0-FFA4-4ECA-92BA-D4474A18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CA3DBC-9E74-4FB3-A2E9-5E06195A3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774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93911A-3B95-431A-A20C-CF7CC6AD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DDCF16-3CFD-4789-BFA9-62BA1CD08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233D53-1D14-4412-B178-B3C55781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506B59-CCE2-4BE8-B756-5480E8696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A5BB77-C3C1-45B3-B0B0-5DC627427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247EAF7-2AFD-411B-9424-4353DDC9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985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FAEC3C-07E2-4573-A31C-512ADAC74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320EAED-393F-4037-8793-FC888CB319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1C3E76-3052-4C63-9017-1E13F1840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1555EE3-2D9D-4AF9-B1D4-BA4CBF4F0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350520-7B0B-41A8-A54E-4E3627756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0CD0D1-35D0-4DF0-A440-14833A033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748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8E7CAF-CD9B-4E00-945B-3A05FE992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2DB4C5-9D71-4012-9314-1AF75B8164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67554-15DA-44D7-A799-9D6B691EA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76DC61-F395-455E-89E2-C2F49B38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09E812-4683-4A4E-A5F6-543162A60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952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99377B-294D-45FB-A51C-62026D976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6639B92-7C9C-4BF9-9661-E2BFF9F43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1C8024-0859-4EBE-BC2A-40B1F68C4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F09438-4896-4944-A8AB-B49AAA8DF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7542A2-389F-4CD9-8D57-21C5EEC64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9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D5741F2-C92C-45BC-BF37-E8D6347F1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59C85E-B01A-4B34-8528-C0E5B165D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2270FA-F156-4FA0-9F4F-60BE9622B5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3D6F9-EB01-444E-B375-52F2EC9986A8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6F725A-5D2F-4286-978F-8C06743ED2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415718-E142-47DB-82F2-344A4896A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D4C52A-9DA9-4037-80ED-EC87EB5B2B2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08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1660E-E717-42B7-A5F2-95A24F1CB300}"/>
              </a:ext>
            </a:extLst>
          </p:cNvPr>
          <p:cNvSpPr txBox="1"/>
          <p:nvPr/>
        </p:nvSpPr>
        <p:spPr>
          <a:xfrm>
            <a:off x="4521200" y="220133"/>
            <a:ext cx="3149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仕様書作成</a:t>
            </a:r>
            <a:endParaRPr kumimoji="1" lang="en-US" altLang="ja-JP" sz="4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659F905-316F-40B8-90A6-D5F3C4882738}"/>
              </a:ext>
            </a:extLst>
          </p:cNvPr>
          <p:cNvSpPr txBox="1"/>
          <p:nvPr/>
        </p:nvSpPr>
        <p:spPr>
          <a:xfrm>
            <a:off x="4682067" y="1500714"/>
            <a:ext cx="2785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dirty="0"/>
              <a:t>敵なのか</a:t>
            </a:r>
            <a:endParaRPr kumimoji="1" lang="ja-JP" altLang="en-US" sz="4800" dirty="0"/>
          </a:p>
        </p:txBody>
      </p:sp>
    </p:spTree>
    <p:extLst>
      <p:ext uri="{BB962C8B-B14F-4D97-AF65-F5344CB8AC3E}">
        <p14:creationId xmlns:p14="http://schemas.microsoft.com/office/powerpoint/2010/main" val="2326081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0C3DCC-1C57-49AD-9EB7-2B1C4B7AB572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47978F-CA24-4602-B7D8-CAD09A399908}"/>
              </a:ext>
            </a:extLst>
          </p:cNvPr>
          <p:cNvSpPr txBox="1"/>
          <p:nvPr/>
        </p:nvSpPr>
        <p:spPr>
          <a:xfrm>
            <a:off x="135466" y="552510"/>
            <a:ext cx="114130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)(ENEMY_SIZE_S)</a:t>
            </a:r>
          </a:p>
          <a:p>
            <a:r>
              <a:rPr kumimoji="1" lang="ja-JP" altLang="en-US" dirty="0"/>
              <a:t>　・基本</a:t>
            </a:r>
            <a:r>
              <a:rPr lang="en-US" altLang="ja-JP" dirty="0"/>
              <a:t>S</a:t>
            </a:r>
            <a:r>
              <a:rPr lang="ja-JP" altLang="en-US" dirty="0"/>
              <a:t>サイズ</a:t>
            </a:r>
            <a:endParaRPr lang="en-US" altLang="ja-JP" dirty="0"/>
          </a:p>
          <a:p>
            <a:r>
              <a:rPr kumimoji="1" lang="ja-JP" altLang="en-US" dirty="0"/>
              <a:t>　・基本</a:t>
            </a:r>
            <a:r>
              <a:rPr kumimoji="1" lang="en-US" altLang="ja-JP" dirty="0"/>
              <a:t>,</a:t>
            </a:r>
            <a:r>
              <a:rPr kumimoji="1" lang="ja-JP" altLang="en-US" dirty="0"/>
              <a:t>敵はプレイヤーを追尾する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859BAAA-C10A-4FFC-8973-1CEBBDE8BD23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・ヘルメット着用</a:t>
            </a:r>
            <a:endParaRPr kumimoji="1" lang="en-US" altLang="ja-JP" dirty="0"/>
          </a:p>
          <a:p>
            <a:r>
              <a:rPr kumimoji="1" lang="ja-JP" altLang="en-US" dirty="0"/>
              <a:t>　・通常敵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76F4F0-24B3-407A-BF6A-741A94C4F1A8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・青の強化状態で踏まれたとき</a:t>
            </a:r>
            <a:endParaRPr kumimoji="1" lang="en-US" altLang="ja-JP" dirty="0"/>
          </a:p>
          <a:p>
            <a:r>
              <a:rPr lang="ja-JP" altLang="en-US" dirty="0"/>
              <a:t>　・赤の強化状態の波動</a:t>
            </a:r>
            <a:r>
              <a:rPr lang="en-US" altLang="ja-JP" dirty="0"/>
              <a:t>(?)</a:t>
            </a:r>
            <a:r>
              <a:rPr lang="ja-JP" altLang="en-US" dirty="0"/>
              <a:t>で攻撃を受けたとき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・黄色の強化状態の無敵の時に敵に触れたとき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E671AD-A72A-4A6E-AAD5-44A2E1365F10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・プレイヤーが死亡→リスタートしたとき敵も初期位置から開始</a:t>
            </a:r>
          </a:p>
        </p:txBody>
      </p:sp>
    </p:spTree>
    <p:extLst>
      <p:ext uri="{BB962C8B-B14F-4D97-AF65-F5344CB8AC3E}">
        <p14:creationId xmlns:p14="http://schemas.microsoft.com/office/powerpoint/2010/main" val="4223480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1149C-E724-4520-AEBF-ED8594C51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820333" cy="439207"/>
          </a:xfrm>
        </p:spPr>
        <p:txBody>
          <a:bodyPr>
            <a:normAutofit/>
          </a:bodyPr>
          <a:lstStyle/>
          <a:p>
            <a:r>
              <a:rPr kumimoji="1" lang="ja-JP" altLang="en-US" sz="1800" dirty="0"/>
              <a:t>通常敵（仮）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0E437F-8518-404C-9860-6DA8DFF5E5E4}"/>
              </a:ext>
            </a:extLst>
          </p:cNvPr>
          <p:cNvSpPr txBox="1"/>
          <p:nvPr/>
        </p:nvSpPr>
        <p:spPr>
          <a:xfrm>
            <a:off x="491067" y="515407"/>
            <a:ext cx="443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歩いてどの強化状態の敵でも倒せるやつ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92CF4C-398E-40DE-B186-1B6DF2A03F90}"/>
              </a:ext>
            </a:extLst>
          </p:cNvPr>
          <p:cNvSpPr txBox="1"/>
          <p:nvPr/>
        </p:nvSpPr>
        <p:spPr>
          <a:xfrm>
            <a:off x="491067" y="973666"/>
            <a:ext cx="5156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endParaRPr lang="en-US" altLang="ja-JP" dirty="0"/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・壁や崖で折り返す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・どの強化状態でも簡単に倒せる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45694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1C64E9-1CA5-4917-B927-DE9169E72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8534"/>
            <a:ext cx="2116667" cy="193674"/>
          </a:xfrm>
        </p:spPr>
        <p:txBody>
          <a:bodyPr>
            <a:normAutofit fontScale="90000"/>
          </a:bodyPr>
          <a:lstStyle/>
          <a:p>
            <a:r>
              <a:rPr kumimoji="1" lang="ja-JP" altLang="en-US" sz="1800" dirty="0"/>
              <a:t>ヘルメット持ちの敵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EAEBC6D-86C4-4832-87E8-925BE61B541F}"/>
              </a:ext>
            </a:extLst>
          </p:cNvPr>
          <p:cNvSpPr txBox="1"/>
          <p:nvPr/>
        </p:nvSpPr>
        <p:spPr>
          <a:xfrm>
            <a:off x="694267" y="541867"/>
            <a:ext cx="1080346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・ヘルメットを持っている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・青の強化状態で踏みつけて倒す事はできない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・赤や黄色の強化状態でなら倒せる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35887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90F19C-0767-485E-B0DD-C511BF359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67" y="119592"/>
            <a:ext cx="1634067" cy="320674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盾持ちの敵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8B7A0A-6223-4A59-A052-B0D35A7BC0C1}"/>
              </a:ext>
            </a:extLst>
          </p:cNvPr>
          <p:cNvSpPr txBox="1"/>
          <p:nvPr/>
        </p:nvSpPr>
        <p:spPr>
          <a:xfrm>
            <a:off x="626533" y="897467"/>
            <a:ext cx="1093046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・盾を持っている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・赤の強化状態では倒されない</a:t>
            </a:r>
          </a:p>
        </p:txBody>
      </p:sp>
    </p:spTree>
    <p:extLst>
      <p:ext uri="{BB962C8B-B14F-4D97-AF65-F5344CB8AC3E}">
        <p14:creationId xmlns:p14="http://schemas.microsoft.com/office/powerpoint/2010/main" val="2885742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EC39CF-2B55-4137-80B9-8DB0E0DC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467" y="136526"/>
            <a:ext cx="1295400" cy="303741"/>
          </a:xfrm>
        </p:spPr>
        <p:txBody>
          <a:bodyPr>
            <a:normAutofit fontScale="90000"/>
          </a:bodyPr>
          <a:lstStyle/>
          <a:p>
            <a:r>
              <a:rPr kumimoji="1" lang="ja-JP" altLang="en-US" sz="2000" dirty="0"/>
              <a:t>黄色の敵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6F38E6B-174B-4D5F-B555-41D04C741A6A}"/>
              </a:ext>
            </a:extLst>
          </p:cNvPr>
          <p:cNvSpPr txBox="1"/>
          <p:nvPr/>
        </p:nvSpPr>
        <p:spPr>
          <a:xfrm>
            <a:off x="516467" y="677333"/>
            <a:ext cx="110320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</a:t>
            </a:r>
            <a:r>
              <a:rPr kumimoji="1" lang="en-US" altLang="ja-JP" dirty="0"/>
              <a:t>2D</a:t>
            </a:r>
          </a:p>
          <a:p>
            <a:r>
              <a:rPr lang="ja-JP" altLang="en-US" dirty="0"/>
              <a:t>・地面に沿って歩く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・壁や崖で折り返す</a:t>
            </a:r>
            <a:endParaRPr kumimoji="1" lang="en-US" altLang="ja-JP" dirty="0"/>
          </a:p>
          <a:p>
            <a:endParaRPr lang="en-US" altLang="ja-JP" dirty="0"/>
          </a:p>
          <a:p>
            <a:r>
              <a:rPr lang="ja-JP" altLang="en-US" dirty="0"/>
              <a:t>・黄色である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・赤や青のどちらの強化状態でも倒される</a:t>
            </a:r>
            <a:endParaRPr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・倒されれば黄色の強化状態を付与</a:t>
            </a:r>
          </a:p>
        </p:txBody>
      </p:sp>
    </p:spTree>
    <p:extLst>
      <p:ext uri="{BB962C8B-B14F-4D97-AF65-F5344CB8AC3E}">
        <p14:creationId xmlns:p14="http://schemas.microsoft.com/office/powerpoint/2010/main" val="39100845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79406d-1a90-40fa-b108-e693c35dd91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1C9E3C588DB1A499C703419DC2BFCE6" ma:contentTypeVersion="9" ma:contentTypeDescription="新しいドキュメントを作成します。" ma:contentTypeScope="" ma:versionID="39ea90a6b23b2ac7fae8ae913cdf729f">
  <xsd:schema xmlns:xsd="http://www.w3.org/2001/XMLSchema" xmlns:xs="http://www.w3.org/2001/XMLSchema" xmlns:p="http://schemas.microsoft.com/office/2006/metadata/properties" xmlns:ns3="0a79406d-1a90-40fa-b108-e693c35dd91f" targetNamespace="http://schemas.microsoft.com/office/2006/metadata/properties" ma:root="true" ma:fieldsID="6c85464e5ddfaef0b819f1ed8b9ef169" ns3:_="">
    <xsd:import namespace="0a79406d-1a90-40fa-b108-e693c35dd91f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9406d-1a90-40fa-b108-e693c35dd91f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93A2B9-B42E-448C-8005-B3BADAFE1917}">
  <ds:schemaRefs>
    <ds:schemaRef ds:uri="http://www.w3.org/XML/1998/namespace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infopath/2007/PartnerControls"/>
    <ds:schemaRef ds:uri="0a79406d-1a90-40fa-b108-e693c35dd91f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8E7006C8-F5F1-474B-AB4B-C56E34E2A8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9406d-1a90-40fa-b108-e693c35dd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A810A4D-4FBF-482B-9C50-8859A7283F7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291</Words>
  <Application>Microsoft Office PowerPoint</Application>
  <PresentationFormat>ワイド画面</PresentationFormat>
  <Paragraphs>59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通常敵（仮）</vt:lpstr>
      <vt:lpstr>ヘルメット持ちの敵</vt:lpstr>
      <vt:lpstr>盾持ちの敵</vt:lpstr>
      <vt:lpstr>黄色の敵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大貴</dc:creator>
  <cp:lastModifiedBy>田中　大貴</cp:lastModifiedBy>
  <cp:revision>12</cp:revision>
  <dcterms:created xsi:type="dcterms:W3CDTF">2026-02-04T03:07:57Z</dcterms:created>
  <dcterms:modified xsi:type="dcterms:W3CDTF">2026-02-06T01:34:10Z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0x01010011C9E3C588DB1A499C703419DC2BFCE6</vt:lpwstr>
  </property>
</Properties>
</file>