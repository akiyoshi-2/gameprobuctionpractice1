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44" autoAdjust="0"/>
    <p:restoredTop sz="94660"/>
  </p:normalViewPr>
  <p:slideViewPr>
    <p:cSldViewPr snapToGrid="0">
      <p:cViewPr varScale="1">
        <p:scale>
          <a:sx n="54" d="100"/>
          <a:sy n="54" d="100"/>
        </p:scale>
        <p:origin x="90" y="6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2261416-63BB-4D01-AD23-B844E2F989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0394810D-DCD4-46C1-8383-D5C7DC91E5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EB6DFD6-02F7-4745-B4D2-A067556EA9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F4CE2-0589-43CD-B7F2-B2168B60D1EF}" type="datetimeFigureOut">
              <a:rPr kumimoji="1" lang="ja-JP" altLang="en-US" smtClean="0"/>
              <a:t>2026/2/4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BA25A28-10D1-47B4-8532-3617E0A055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106615C-6170-4534-A140-5D66FB364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82329-0872-42E9-9814-F54466C33BB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269329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BE3559-29CA-4505-9688-D3C958F237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2A0D455-03B6-40C1-9CA1-0117B1A64C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9D2EA90-C9FB-4BB9-87AC-25C5963AFF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F4CE2-0589-43CD-B7F2-B2168B60D1EF}" type="datetimeFigureOut">
              <a:rPr kumimoji="1" lang="ja-JP" altLang="en-US" smtClean="0"/>
              <a:t>2026/2/4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72C12E4-E09F-49DB-BEFD-35A3E7B2E5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0B34ECC-B2EF-49BE-A788-C4B90B4B0A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82329-0872-42E9-9814-F54466C33BB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855427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48F53C-DBEE-4BE1-82CD-057D26C7D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AE79D7B-8D0E-4432-B3F1-C26FEF9FDD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4CDC7E9-C2E5-4B83-85B8-755D0B20A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F4CE2-0589-43CD-B7F2-B2168B60D1EF}" type="datetimeFigureOut">
              <a:rPr kumimoji="1" lang="ja-JP" altLang="en-US" smtClean="0"/>
              <a:t>2026/2/4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3DE6056-2066-4BB1-A01D-EFE2A50CE2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C02446D-262E-481D-A8EE-228D329AB4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82329-0872-42E9-9814-F54466C33BB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044041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119C15-3F57-4168-953B-558FC55990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25DD73E-FD15-4712-9647-0A18C5A83F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6726530D-4493-434C-80B5-FE45E03CC0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2ECF884-C9A4-40C2-8DEA-4069ED13B0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F4CE2-0589-43CD-B7F2-B2168B60D1EF}" type="datetimeFigureOut">
              <a:rPr kumimoji="1" lang="ja-JP" altLang="en-US" smtClean="0"/>
              <a:t>2026/2/4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A143FD8-EBF7-4CF6-B42A-6532D042FB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E50A331-ED77-43B5-A86A-951983907C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82329-0872-42E9-9814-F54466C33BB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990386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E65AA46-4E62-4EEA-9573-34EBFAC810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E93FA35-E595-40B2-8988-FD3BDCF349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44CE57B-2FDC-4A59-9249-C9C0C1B7A1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F8F55087-44D7-4A1C-B9B8-3E2CA6DB09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4C9A7C84-DDD5-40BD-974A-66ED0E6193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3E2CF6FE-E47E-4B60-8C5A-36EA7E7567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F4CE2-0589-43CD-B7F2-B2168B60D1EF}" type="datetimeFigureOut">
              <a:rPr kumimoji="1" lang="ja-JP" altLang="en-US" smtClean="0"/>
              <a:t>2026/2/4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A5218AA1-472F-4C78-977E-685396F610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0E75EF90-2609-43B8-938D-983168079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82329-0872-42E9-9814-F54466C33BB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117581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0EB3268-6F51-4B97-A175-4B022914F7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EF523890-106D-4144-93BE-2B69CCA14D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F4CE2-0589-43CD-B7F2-B2168B60D1EF}" type="datetimeFigureOut">
              <a:rPr kumimoji="1" lang="ja-JP" altLang="en-US" smtClean="0"/>
              <a:t>2026/2/4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A12974D2-7C4D-4C22-8D21-2E84F7F91A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FBB74469-CBDC-4D4E-B4E0-9893324E2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82329-0872-42E9-9814-F54466C33BB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740980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A7CDAE5-C3DE-4783-BB08-0E0C49927B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F4CE2-0589-43CD-B7F2-B2168B60D1EF}" type="datetimeFigureOut">
              <a:rPr kumimoji="1" lang="ja-JP" altLang="en-US" smtClean="0"/>
              <a:t>2026/2/4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8EFC4785-242E-4BD2-B712-09008E9C07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DEE2C94-62AA-4554-B6D3-C059635538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82329-0872-42E9-9814-F54466C33BB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023593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FA95F95-6E3D-4985-9D78-B2B4FDF2FC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634E34B-F063-482E-9CDC-A3D4227ACE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32F881DF-C8F4-48A9-9878-2728797F0D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B093405-CABB-45D8-8FCD-7595525F9F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F4CE2-0589-43CD-B7F2-B2168B60D1EF}" type="datetimeFigureOut">
              <a:rPr kumimoji="1" lang="ja-JP" altLang="en-US" smtClean="0"/>
              <a:t>2026/2/4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2E8635F-C457-4C23-8426-F139A6E74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0D97C13-9CBE-4371-A613-83A08A38A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82329-0872-42E9-9814-F54466C33BB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327878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082A76E-9C65-45DB-BC6D-B58C130A0A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2E0FAF82-5AE3-438A-A8CF-F984A77EE6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ACB56DAF-5C42-4E69-A255-5E333F4420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D3CB02E-7348-4AC6-80C2-79EBC9CB8B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F4CE2-0589-43CD-B7F2-B2168B60D1EF}" type="datetimeFigureOut">
              <a:rPr kumimoji="1" lang="ja-JP" altLang="en-US" smtClean="0"/>
              <a:t>2026/2/4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670034F-626A-4A6A-89B7-C1BAF786B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D9A37FC-6AA3-42AD-9467-8BE90FC231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82329-0872-42E9-9814-F54466C33BB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777107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7283ADD-8BD7-42D6-8399-9AA8D90017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A71B3958-B6F6-40C4-80F3-1AAFA3D178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683DD6B-7438-4E4A-81B0-9B9F4E10A9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F4CE2-0589-43CD-B7F2-B2168B60D1EF}" type="datetimeFigureOut">
              <a:rPr kumimoji="1" lang="ja-JP" altLang="en-US" smtClean="0"/>
              <a:t>2026/2/4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CE87930-089C-4B6C-A051-B09F99C0D5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DD0B9E1-E5DD-4B65-ABCA-6091E8E822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82329-0872-42E9-9814-F54466C33BB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337324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512DD5EC-6808-4ED6-BF56-5F70A74C252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9B184ABD-FE41-4C70-94D5-1DD1820A5E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DC4525A-98FA-409E-A087-AFAF9DC08C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F4CE2-0589-43CD-B7F2-B2168B60D1EF}" type="datetimeFigureOut">
              <a:rPr kumimoji="1" lang="ja-JP" altLang="en-US" smtClean="0"/>
              <a:t>2026/2/4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189483B-D536-4002-88C8-4580240EE3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4E3C4BA-F412-40E1-B1BC-F15353DEE7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82329-0872-42E9-9814-F54466C33BB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53087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09A613CF-4645-4E2C-98E9-3B9C6D9817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5BE76C4-3278-4B48-9F4C-708295E98A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8B13718-EA94-47BD-90E9-27A3C8B4BE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CF4CE2-0589-43CD-B7F2-B2168B60D1EF}" type="datetimeFigureOut">
              <a:rPr kumimoji="1" lang="ja-JP" altLang="en-US" smtClean="0"/>
              <a:t>2026/2/4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1A0626A-1154-482B-ABED-153385A00B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AD16179-6E07-4C61-9CD0-78C6C0D474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682329-0872-42E9-9814-F54466C33BB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690441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C7FC643-648E-4DC5-9E5C-596CF378FE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655762"/>
          </a:xfrm>
        </p:spPr>
        <p:txBody>
          <a:bodyPr>
            <a:normAutofit/>
          </a:bodyPr>
          <a:lstStyle/>
          <a:p>
            <a:r>
              <a:rPr kumimoji="1" lang="en-US" altLang="ja-JP" dirty="0"/>
              <a:t>The Triple Transform</a:t>
            </a:r>
            <a:endParaRPr kumimoji="1" lang="ja-JP" altLang="en-US" dirty="0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ABCC6B5A-B0CF-4732-8591-B04A4D82AF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778125"/>
            <a:ext cx="9144000" cy="2957512"/>
          </a:xfrm>
        </p:spPr>
        <p:txBody>
          <a:bodyPr/>
          <a:lstStyle/>
          <a:p>
            <a:pPr algn="r"/>
            <a:r>
              <a:rPr lang="ja-JP" altLang="en-US" dirty="0"/>
              <a:t>チーム：ｱｲﾑﾚﾃﾞｨ</a:t>
            </a:r>
            <a:endParaRPr lang="en-US" altLang="ja-JP" dirty="0"/>
          </a:p>
          <a:p>
            <a:pPr algn="r"/>
            <a:endParaRPr lang="en-US" altLang="ja-JP" dirty="0"/>
          </a:p>
          <a:p>
            <a:pPr algn="l"/>
            <a:r>
              <a:rPr kumimoji="1" lang="ja-JP" altLang="en-US" dirty="0"/>
              <a:t>ジャンル：</a:t>
            </a:r>
            <a:r>
              <a:rPr kumimoji="1" lang="en-US" altLang="ja-JP" dirty="0"/>
              <a:t>			</a:t>
            </a:r>
            <a:r>
              <a:rPr kumimoji="1" lang="ja-JP" altLang="en-US" dirty="0"/>
              <a:t>アクションゲーム</a:t>
            </a:r>
            <a:endParaRPr kumimoji="1" lang="en-US" altLang="ja-JP" dirty="0"/>
          </a:p>
          <a:p>
            <a:pPr algn="l"/>
            <a:r>
              <a:rPr lang="ja-JP" altLang="en-US" dirty="0"/>
              <a:t>プラットフォーム：</a:t>
            </a:r>
            <a:r>
              <a:rPr lang="en-US" altLang="ja-JP" dirty="0"/>
              <a:t>	PC</a:t>
            </a:r>
          </a:p>
          <a:p>
            <a:pPr algn="l"/>
            <a:r>
              <a:rPr kumimoji="1" lang="ja-JP" altLang="en-US" dirty="0"/>
              <a:t>ターゲット：</a:t>
            </a:r>
            <a:r>
              <a:rPr kumimoji="1" lang="en-US" altLang="ja-JP" dirty="0"/>
              <a:t>		</a:t>
            </a:r>
            <a:r>
              <a:rPr kumimoji="1" lang="ja-JP" altLang="en-US" dirty="0"/>
              <a:t>全年齢</a:t>
            </a:r>
            <a:endParaRPr kumimoji="1" lang="en-US" altLang="ja-JP" dirty="0"/>
          </a:p>
          <a:p>
            <a:pPr algn="l"/>
            <a:r>
              <a:rPr kumimoji="1" lang="ja-JP" altLang="en-US" dirty="0"/>
              <a:t>コンセプト：</a:t>
            </a:r>
            <a:r>
              <a:rPr kumimoji="1" lang="en-US" altLang="ja-JP" dirty="0"/>
              <a:t>		3</a:t>
            </a:r>
            <a:r>
              <a:rPr lang="ja-JP" altLang="en-US" dirty="0"/>
              <a:t>つの強化状態を上手く使って進む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687034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BA8DEE82-9B52-441A-BECF-FE599482E3E4}"/>
              </a:ext>
            </a:extLst>
          </p:cNvPr>
          <p:cNvSpPr txBox="1"/>
          <p:nvPr/>
        </p:nvSpPr>
        <p:spPr>
          <a:xfrm>
            <a:off x="1080922" y="933110"/>
            <a:ext cx="9448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dirty="0"/>
              <a:t>３</a:t>
            </a:r>
            <a:r>
              <a:rPr lang="ja-JP" altLang="en-US" sz="2400" dirty="0"/>
              <a:t>種類</a:t>
            </a:r>
            <a:r>
              <a:rPr kumimoji="1" lang="ja-JP" altLang="en-US" sz="2400" dirty="0"/>
              <a:t>の強化状態を使ってステージを進めていくアクションゲーム</a:t>
            </a:r>
          </a:p>
        </p:txBody>
      </p:sp>
      <p:sp>
        <p:nvSpPr>
          <p:cNvPr id="3" name="楕円 2">
            <a:extLst>
              <a:ext uri="{FF2B5EF4-FFF2-40B4-BE49-F238E27FC236}">
                <a16:creationId xmlns:a16="http://schemas.microsoft.com/office/drawing/2014/main" id="{FB227DFF-7221-46F1-B8F8-4621DB8C8E76}"/>
              </a:ext>
            </a:extLst>
          </p:cNvPr>
          <p:cNvSpPr/>
          <p:nvPr/>
        </p:nvSpPr>
        <p:spPr>
          <a:xfrm>
            <a:off x="2211643" y="2811153"/>
            <a:ext cx="484096" cy="476746"/>
          </a:xfrm>
          <a:prstGeom prst="ellips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D430B946-283E-438F-87C7-FF31118D4534}"/>
              </a:ext>
            </a:extLst>
          </p:cNvPr>
          <p:cNvSpPr/>
          <p:nvPr/>
        </p:nvSpPr>
        <p:spPr>
          <a:xfrm rot="955374">
            <a:off x="2139645" y="3232920"/>
            <a:ext cx="154941" cy="1261359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アーチ 6">
            <a:extLst>
              <a:ext uri="{FF2B5EF4-FFF2-40B4-BE49-F238E27FC236}">
                <a16:creationId xmlns:a16="http://schemas.microsoft.com/office/drawing/2014/main" id="{E963002B-4996-4E99-B68D-0D83AEAB44CB}"/>
              </a:ext>
            </a:extLst>
          </p:cNvPr>
          <p:cNvSpPr/>
          <p:nvPr/>
        </p:nvSpPr>
        <p:spPr>
          <a:xfrm rot="7700857">
            <a:off x="2114785" y="2617581"/>
            <a:ext cx="1421112" cy="523076"/>
          </a:xfrm>
          <a:prstGeom prst="blockArc">
            <a:avLst>
              <a:gd name="adj1" fmla="val 10879277"/>
              <a:gd name="adj2" fmla="val 0"/>
              <a:gd name="adj3" fmla="val 25000"/>
            </a:avLst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8" name="アーチ 7">
            <a:extLst>
              <a:ext uri="{FF2B5EF4-FFF2-40B4-BE49-F238E27FC236}">
                <a16:creationId xmlns:a16="http://schemas.microsoft.com/office/drawing/2014/main" id="{948DCAF2-67D6-4033-B39E-7946D32F2452}"/>
              </a:ext>
            </a:extLst>
          </p:cNvPr>
          <p:cNvSpPr/>
          <p:nvPr/>
        </p:nvSpPr>
        <p:spPr>
          <a:xfrm rot="19510535">
            <a:off x="1335920" y="3439833"/>
            <a:ext cx="1108746" cy="623613"/>
          </a:xfrm>
          <a:prstGeom prst="blockArc">
            <a:avLst>
              <a:gd name="adj1" fmla="val 10899968"/>
              <a:gd name="adj2" fmla="val 0"/>
              <a:gd name="adj3" fmla="val 25000"/>
            </a:avLst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9" name="アーチ 8">
            <a:extLst>
              <a:ext uri="{FF2B5EF4-FFF2-40B4-BE49-F238E27FC236}">
                <a16:creationId xmlns:a16="http://schemas.microsoft.com/office/drawing/2014/main" id="{A8806FEB-C8D2-4374-B3F4-3778DA3C3909}"/>
              </a:ext>
            </a:extLst>
          </p:cNvPr>
          <p:cNvSpPr/>
          <p:nvPr/>
        </p:nvSpPr>
        <p:spPr>
          <a:xfrm rot="5979144">
            <a:off x="1611217" y="4469165"/>
            <a:ext cx="1277934" cy="727228"/>
          </a:xfrm>
          <a:prstGeom prst="blockArc">
            <a:avLst>
              <a:gd name="adj1" fmla="val 9617210"/>
              <a:gd name="adj2" fmla="val 0"/>
              <a:gd name="adj3" fmla="val 25000"/>
            </a:avLst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1151305C-CCCA-44D1-A92C-3748C0B2033D}"/>
              </a:ext>
            </a:extLst>
          </p:cNvPr>
          <p:cNvSpPr/>
          <p:nvPr/>
        </p:nvSpPr>
        <p:spPr>
          <a:xfrm rot="2393737">
            <a:off x="1486008" y="4137712"/>
            <a:ext cx="158611" cy="1725057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楕円 10">
            <a:extLst>
              <a:ext uri="{FF2B5EF4-FFF2-40B4-BE49-F238E27FC236}">
                <a16:creationId xmlns:a16="http://schemas.microsoft.com/office/drawing/2014/main" id="{15D6E0E0-206D-4181-A550-72AE753E5064}"/>
              </a:ext>
            </a:extLst>
          </p:cNvPr>
          <p:cNvSpPr/>
          <p:nvPr/>
        </p:nvSpPr>
        <p:spPr>
          <a:xfrm>
            <a:off x="9066351" y="2375443"/>
            <a:ext cx="466166" cy="476746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C40349E8-2214-4FE5-A15B-81E8ECC6AB49}"/>
              </a:ext>
            </a:extLst>
          </p:cNvPr>
          <p:cNvSpPr/>
          <p:nvPr/>
        </p:nvSpPr>
        <p:spPr>
          <a:xfrm rot="21065693">
            <a:off x="9411152" y="2816759"/>
            <a:ext cx="166487" cy="1456357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CFAE1D9F-A2B7-4EA8-9F9B-4BA657BC75FC}"/>
              </a:ext>
            </a:extLst>
          </p:cNvPr>
          <p:cNvSpPr/>
          <p:nvPr/>
        </p:nvSpPr>
        <p:spPr>
          <a:xfrm>
            <a:off x="8051214" y="2935572"/>
            <a:ext cx="1291931" cy="127747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CF8389B6-C687-482D-ABD0-BE627BC8F067}"/>
              </a:ext>
            </a:extLst>
          </p:cNvPr>
          <p:cNvSpPr/>
          <p:nvPr/>
        </p:nvSpPr>
        <p:spPr>
          <a:xfrm rot="1696494">
            <a:off x="9454119" y="3102370"/>
            <a:ext cx="736408" cy="127747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B541FC35-F18F-49DF-A623-D502BA309711}"/>
              </a:ext>
            </a:extLst>
          </p:cNvPr>
          <p:cNvSpPr/>
          <p:nvPr/>
        </p:nvSpPr>
        <p:spPr>
          <a:xfrm rot="9050730">
            <a:off x="9501529" y="3407148"/>
            <a:ext cx="736408" cy="127747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爆発: 8 pt 16">
            <a:extLst>
              <a:ext uri="{FF2B5EF4-FFF2-40B4-BE49-F238E27FC236}">
                <a16:creationId xmlns:a16="http://schemas.microsoft.com/office/drawing/2014/main" id="{953318A0-6B50-4A4E-AC94-2FA956E40275}"/>
              </a:ext>
            </a:extLst>
          </p:cNvPr>
          <p:cNvSpPr/>
          <p:nvPr/>
        </p:nvSpPr>
        <p:spPr>
          <a:xfrm>
            <a:off x="7344252" y="2564232"/>
            <a:ext cx="712572" cy="837166"/>
          </a:xfrm>
          <a:prstGeom prst="irregularSeal1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8B97971B-F0FB-43F1-AEB4-71898294B65E}"/>
              </a:ext>
            </a:extLst>
          </p:cNvPr>
          <p:cNvSpPr/>
          <p:nvPr/>
        </p:nvSpPr>
        <p:spPr>
          <a:xfrm rot="19345895">
            <a:off x="10100887" y="4003237"/>
            <a:ext cx="180557" cy="2059448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6E64478D-E5DA-4B94-8EE2-27AD038E0EC0}"/>
              </a:ext>
            </a:extLst>
          </p:cNvPr>
          <p:cNvSpPr/>
          <p:nvPr/>
        </p:nvSpPr>
        <p:spPr>
          <a:xfrm rot="2137209">
            <a:off x="9262461" y="4122335"/>
            <a:ext cx="161364" cy="923418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6D512E39-8EEA-4C53-A86D-2E1B9F55BB31}"/>
              </a:ext>
            </a:extLst>
          </p:cNvPr>
          <p:cNvSpPr/>
          <p:nvPr/>
        </p:nvSpPr>
        <p:spPr>
          <a:xfrm rot="21427808">
            <a:off x="9032260" y="4953428"/>
            <a:ext cx="167033" cy="947175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楕円 21">
            <a:extLst>
              <a:ext uri="{FF2B5EF4-FFF2-40B4-BE49-F238E27FC236}">
                <a16:creationId xmlns:a16="http://schemas.microsoft.com/office/drawing/2014/main" id="{9322165F-B4D4-4A5D-AE05-B9770B120617}"/>
              </a:ext>
            </a:extLst>
          </p:cNvPr>
          <p:cNvSpPr/>
          <p:nvPr/>
        </p:nvSpPr>
        <p:spPr>
          <a:xfrm>
            <a:off x="5233631" y="2473631"/>
            <a:ext cx="466166" cy="476746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36CEAD79-7AAF-4D64-8C8E-53519CEAA253}"/>
              </a:ext>
            </a:extLst>
          </p:cNvPr>
          <p:cNvSpPr/>
          <p:nvPr/>
        </p:nvSpPr>
        <p:spPr>
          <a:xfrm>
            <a:off x="5380523" y="2967217"/>
            <a:ext cx="155924" cy="1676501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D8D39691-CDEC-4011-8623-B3EE71030413}"/>
              </a:ext>
            </a:extLst>
          </p:cNvPr>
          <p:cNvSpPr/>
          <p:nvPr/>
        </p:nvSpPr>
        <p:spPr>
          <a:xfrm rot="2619558">
            <a:off x="5389604" y="3389267"/>
            <a:ext cx="1158107" cy="153894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FB896D99-151E-41FE-A396-7136B43F835E}"/>
              </a:ext>
            </a:extLst>
          </p:cNvPr>
          <p:cNvSpPr/>
          <p:nvPr/>
        </p:nvSpPr>
        <p:spPr>
          <a:xfrm rot="3440103">
            <a:off x="5867682" y="3636344"/>
            <a:ext cx="119996" cy="954351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5F08A6F9-835B-4D72-9DC2-9D98058CA7CF}"/>
              </a:ext>
            </a:extLst>
          </p:cNvPr>
          <p:cNvSpPr/>
          <p:nvPr/>
        </p:nvSpPr>
        <p:spPr>
          <a:xfrm rot="7970456">
            <a:off x="4446695" y="3412265"/>
            <a:ext cx="1158107" cy="153894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CADF1D40-F8C5-43B2-B296-7CAC978BBED8}"/>
              </a:ext>
            </a:extLst>
          </p:cNvPr>
          <p:cNvSpPr/>
          <p:nvPr/>
        </p:nvSpPr>
        <p:spPr>
          <a:xfrm rot="18220382">
            <a:off x="4959321" y="3614086"/>
            <a:ext cx="119996" cy="954351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6A413923-93F7-431D-A28F-61840819F56E}"/>
              </a:ext>
            </a:extLst>
          </p:cNvPr>
          <p:cNvSpPr/>
          <p:nvPr/>
        </p:nvSpPr>
        <p:spPr>
          <a:xfrm rot="1389919">
            <a:off x="5045980" y="4527867"/>
            <a:ext cx="158611" cy="1725057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1DA70327-E01E-4943-9514-4731DD94DDEE}"/>
              </a:ext>
            </a:extLst>
          </p:cNvPr>
          <p:cNvSpPr/>
          <p:nvPr/>
        </p:nvSpPr>
        <p:spPr>
          <a:xfrm rot="20367797">
            <a:off x="5726017" y="4527868"/>
            <a:ext cx="158611" cy="1725057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星: 4 pt 30">
            <a:extLst>
              <a:ext uri="{FF2B5EF4-FFF2-40B4-BE49-F238E27FC236}">
                <a16:creationId xmlns:a16="http://schemas.microsoft.com/office/drawing/2014/main" id="{77E2B11D-E3C4-46CC-9AE9-20EC9D8A9FFC}"/>
              </a:ext>
            </a:extLst>
          </p:cNvPr>
          <p:cNvSpPr/>
          <p:nvPr/>
        </p:nvSpPr>
        <p:spPr>
          <a:xfrm>
            <a:off x="4664054" y="2504594"/>
            <a:ext cx="479079" cy="476746"/>
          </a:xfrm>
          <a:prstGeom prst="star4">
            <a:avLst/>
          </a:prstGeom>
          <a:solidFill>
            <a:srgbClr val="FFFF00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2" name="星: 4 pt 31">
            <a:extLst>
              <a:ext uri="{FF2B5EF4-FFF2-40B4-BE49-F238E27FC236}">
                <a16:creationId xmlns:a16="http://schemas.microsoft.com/office/drawing/2014/main" id="{CD975B27-B334-4DDC-A436-C2E07068677D}"/>
              </a:ext>
            </a:extLst>
          </p:cNvPr>
          <p:cNvSpPr/>
          <p:nvPr/>
        </p:nvSpPr>
        <p:spPr>
          <a:xfrm>
            <a:off x="6508720" y="3691752"/>
            <a:ext cx="479079" cy="476746"/>
          </a:xfrm>
          <a:prstGeom prst="star4">
            <a:avLst/>
          </a:prstGeom>
          <a:solidFill>
            <a:srgbClr val="FFFF00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3" name="星: 4 pt 32">
            <a:extLst>
              <a:ext uri="{FF2B5EF4-FFF2-40B4-BE49-F238E27FC236}">
                <a16:creationId xmlns:a16="http://schemas.microsoft.com/office/drawing/2014/main" id="{1D1E5D70-75C7-41CD-8391-29EF0FCB9962}"/>
              </a:ext>
            </a:extLst>
          </p:cNvPr>
          <p:cNvSpPr/>
          <p:nvPr/>
        </p:nvSpPr>
        <p:spPr>
          <a:xfrm>
            <a:off x="4428685" y="4913649"/>
            <a:ext cx="479079" cy="476746"/>
          </a:xfrm>
          <a:prstGeom prst="star4">
            <a:avLst/>
          </a:prstGeom>
          <a:solidFill>
            <a:srgbClr val="FFFF00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007904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946B195A-9B1A-42A2-A249-2552EC27DE3F}"/>
              </a:ext>
            </a:extLst>
          </p:cNvPr>
          <p:cNvSpPr txBox="1"/>
          <p:nvPr/>
        </p:nvSpPr>
        <p:spPr>
          <a:xfrm>
            <a:off x="3550709" y="447546"/>
            <a:ext cx="51393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 dirty="0"/>
              <a:t>強化状態によって敵の倒し方が違う</a:t>
            </a:r>
            <a:endParaRPr kumimoji="1" lang="ja-JP" altLang="en-US" sz="2400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237A689D-9A61-48E8-A7A1-C06C2605AB4A}"/>
              </a:ext>
            </a:extLst>
          </p:cNvPr>
          <p:cNvSpPr txBox="1"/>
          <p:nvPr/>
        </p:nvSpPr>
        <p:spPr>
          <a:xfrm>
            <a:off x="195945" y="5577443"/>
            <a:ext cx="240254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dirty="0"/>
              <a:t>敵を踏みつけたら倒せる</a:t>
            </a:r>
            <a:endParaRPr lang="en-US" altLang="ja-JP" sz="2400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D7A93888-AC8B-4052-ACD2-53291B104B23}"/>
              </a:ext>
            </a:extLst>
          </p:cNvPr>
          <p:cNvSpPr txBox="1"/>
          <p:nvPr/>
        </p:nvSpPr>
        <p:spPr>
          <a:xfrm>
            <a:off x="4871019" y="5577443"/>
            <a:ext cx="274443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dirty="0"/>
              <a:t>前方に攻撃を放ち敵を倒す</a:t>
            </a:r>
            <a:endParaRPr kumimoji="1" lang="en-US" altLang="ja-JP" sz="2400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0C59F109-55AE-4AA1-B65B-0844039209B0}"/>
              </a:ext>
            </a:extLst>
          </p:cNvPr>
          <p:cNvSpPr txBox="1"/>
          <p:nvPr/>
        </p:nvSpPr>
        <p:spPr>
          <a:xfrm>
            <a:off x="8881081" y="5515235"/>
            <a:ext cx="301214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dirty="0"/>
              <a:t>敵にぶつかるだけで倒せる</a:t>
            </a:r>
            <a:endParaRPr kumimoji="1" lang="en-US" altLang="ja-JP" sz="2400" dirty="0"/>
          </a:p>
        </p:txBody>
      </p:sp>
      <p:sp>
        <p:nvSpPr>
          <p:cNvPr id="7" name="楕円 6">
            <a:extLst>
              <a:ext uri="{FF2B5EF4-FFF2-40B4-BE49-F238E27FC236}">
                <a16:creationId xmlns:a16="http://schemas.microsoft.com/office/drawing/2014/main" id="{9A29A84E-724D-4C80-AAEA-362E229BE167}"/>
              </a:ext>
            </a:extLst>
          </p:cNvPr>
          <p:cNvSpPr/>
          <p:nvPr/>
        </p:nvSpPr>
        <p:spPr>
          <a:xfrm>
            <a:off x="1626752" y="1950193"/>
            <a:ext cx="524957" cy="476746"/>
          </a:xfrm>
          <a:prstGeom prst="ellips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6A9FE993-CCED-4215-9B4B-F7469FCFC4B8}"/>
              </a:ext>
            </a:extLst>
          </p:cNvPr>
          <p:cNvSpPr/>
          <p:nvPr/>
        </p:nvSpPr>
        <p:spPr>
          <a:xfrm rot="955374">
            <a:off x="1562507" y="2316535"/>
            <a:ext cx="160716" cy="1318676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アーチ 8">
            <a:extLst>
              <a:ext uri="{FF2B5EF4-FFF2-40B4-BE49-F238E27FC236}">
                <a16:creationId xmlns:a16="http://schemas.microsoft.com/office/drawing/2014/main" id="{9761D72F-AADC-414B-80C9-F69938F7C7D4}"/>
              </a:ext>
            </a:extLst>
          </p:cNvPr>
          <p:cNvSpPr/>
          <p:nvPr/>
        </p:nvSpPr>
        <p:spPr>
          <a:xfrm rot="7700857">
            <a:off x="1525284" y="1727599"/>
            <a:ext cx="1485688" cy="542572"/>
          </a:xfrm>
          <a:prstGeom prst="blockArc">
            <a:avLst>
              <a:gd name="adj1" fmla="val 10879277"/>
              <a:gd name="adj2" fmla="val 0"/>
              <a:gd name="adj3" fmla="val 25000"/>
            </a:avLst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10" name="アーチ 9">
            <a:extLst>
              <a:ext uri="{FF2B5EF4-FFF2-40B4-BE49-F238E27FC236}">
                <a16:creationId xmlns:a16="http://schemas.microsoft.com/office/drawing/2014/main" id="{E0E9CF88-FD15-4C97-AE86-CF39CB926F02}"/>
              </a:ext>
            </a:extLst>
          </p:cNvPr>
          <p:cNvSpPr/>
          <p:nvPr/>
        </p:nvSpPr>
        <p:spPr>
          <a:xfrm rot="19510535">
            <a:off x="742648" y="2552153"/>
            <a:ext cx="1202331" cy="623613"/>
          </a:xfrm>
          <a:prstGeom prst="blockArc">
            <a:avLst>
              <a:gd name="adj1" fmla="val 10899968"/>
              <a:gd name="adj2" fmla="val 0"/>
              <a:gd name="adj3" fmla="val 25000"/>
            </a:avLst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1" name="アーチ 10">
            <a:extLst>
              <a:ext uri="{FF2B5EF4-FFF2-40B4-BE49-F238E27FC236}">
                <a16:creationId xmlns:a16="http://schemas.microsoft.com/office/drawing/2014/main" id="{D879AA26-4D95-4FD3-B765-6CE78A7CC0C3}"/>
              </a:ext>
            </a:extLst>
          </p:cNvPr>
          <p:cNvSpPr/>
          <p:nvPr/>
        </p:nvSpPr>
        <p:spPr>
          <a:xfrm rot="5979144">
            <a:off x="1056583" y="3582658"/>
            <a:ext cx="1277934" cy="788611"/>
          </a:xfrm>
          <a:prstGeom prst="blockArc">
            <a:avLst>
              <a:gd name="adj1" fmla="val 9006675"/>
              <a:gd name="adj2" fmla="val 20385418"/>
              <a:gd name="adj3" fmla="val 22428"/>
            </a:avLst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7ADEA2A5-0975-4B4C-93BB-62C0EED4E3FC}"/>
              </a:ext>
            </a:extLst>
          </p:cNvPr>
          <p:cNvSpPr/>
          <p:nvPr/>
        </p:nvSpPr>
        <p:spPr>
          <a:xfrm rot="2129109">
            <a:off x="889572" y="3367847"/>
            <a:ext cx="164523" cy="1803444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楕円 12">
            <a:extLst>
              <a:ext uri="{FF2B5EF4-FFF2-40B4-BE49-F238E27FC236}">
                <a16:creationId xmlns:a16="http://schemas.microsoft.com/office/drawing/2014/main" id="{7FEACB9B-44E9-4FAD-B2A9-C0A42AAA45F9}"/>
              </a:ext>
            </a:extLst>
          </p:cNvPr>
          <p:cNvSpPr/>
          <p:nvPr/>
        </p:nvSpPr>
        <p:spPr>
          <a:xfrm>
            <a:off x="9919043" y="1456607"/>
            <a:ext cx="466166" cy="476746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B7383299-79AC-46EB-A6CD-81569B46B7B4}"/>
              </a:ext>
            </a:extLst>
          </p:cNvPr>
          <p:cNvSpPr/>
          <p:nvPr/>
        </p:nvSpPr>
        <p:spPr>
          <a:xfrm>
            <a:off x="10065935" y="1950193"/>
            <a:ext cx="155924" cy="1676501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E43C5741-2BC4-416C-A311-A96C74DB614C}"/>
              </a:ext>
            </a:extLst>
          </p:cNvPr>
          <p:cNvSpPr/>
          <p:nvPr/>
        </p:nvSpPr>
        <p:spPr>
          <a:xfrm rot="2682730">
            <a:off x="10055466" y="2374081"/>
            <a:ext cx="1158107" cy="153894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9A65810D-1327-409F-A2BE-D0F55E3D384E}"/>
              </a:ext>
            </a:extLst>
          </p:cNvPr>
          <p:cNvSpPr/>
          <p:nvPr/>
        </p:nvSpPr>
        <p:spPr>
          <a:xfrm rot="3440103">
            <a:off x="10553094" y="2619320"/>
            <a:ext cx="119996" cy="954351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EBA11706-166D-436F-9FAD-57658D657A1E}"/>
              </a:ext>
            </a:extLst>
          </p:cNvPr>
          <p:cNvSpPr/>
          <p:nvPr/>
        </p:nvSpPr>
        <p:spPr>
          <a:xfrm rot="7970456">
            <a:off x="9132106" y="2395241"/>
            <a:ext cx="1158107" cy="153894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4000DC24-6187-4C32-A051-B6E4A673A34F}"/>
              </a:ext>
            </a:extLst>
          </p:cNvPr>
          <p:cNvSpPr/>
          <p:nvPr/>
        </p:nvSpPr>
        <p:spPr>
          <a:xfrm rot="18220382">
            <a:off x="9644733" y="2597062"/>
            <a:ext cx="119996" cy="954351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1E48B30E-DBA0-43AD-9554-948A3CE3F1FD}"/>
              </a:ext>
            </a:extLst>
          </p:cNvPr>
          <p:cNvSpPr/>
          <p:nvPr/>
        </p:nvSpPr>
        <p:spPr>
          <a:xfrm rot="1389919">
            <a:off x="9731392" y="3510843"/>
            <a:ext cx="158611" cy="1725057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E46F4703-FA97-464E-8F0B-6ECB87110B4A}"/>
              </a:ext>
            </a:extLst>
          </p:cNvPr>
          <p:cNvSpPr/>
          <p:nvPr/>
        </p:nvSpPr>
        <p:spPr>
          <a:xfrm rot="20462182">
            <a:off x="10393812" y="3543953"/>
            <a:ext cx="158611" cy="1725057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星: 4 pt 20">
            <a:extLst>
              <a:ext uri="{FF2B5EF4-FFF2-40B4-BE49-F238E27FC236}">
                <a16:creationId xmlns:a16="http://schemas.microsoft.com/office/drawing/2014/main" id="{E43F3D32-94F9-4C6B-B88B-A29DE07F8FB9}"/>
              </a:ext>
            </a:extLst>
          </p:cNvPr>
          <p:cNvSpPr/>
          <p:nvPr/>
        </p:nvSpPr>
        <p:spPr>
          <a:xfrm>
            <a:off x="9453785" y="1490413"/>
            <a:ext cx="479079" cy="476746"/>
          </a:xfrm>
          <a:prstGeom prst="star4">
            <a:avLst/>
          </a:prstGeom>
          <a:solidFill>
            <a:srgbClr val="FFFF00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星: 4 pt 21">
            <a:extLst>
              <a:ext uri="{FF2B5EF4-FFF2-40B4-BE49-F238E27FC236}">
                <a16:creationId xmlns:a16="http://schemas.microsoft.com/office/drawing/2014/main" id="{2CA855FF-71EF-4995-800C-253FC6642984}"/>
              </a:ext>
            </a:extLst>
          </p:cNvPr>
          <p:cNvSpPr/>
          <p:nvPr/>
        </p:nvSpPr>
        <p:spPr>
          <a:xfrm>
            <a:off x="11194132" y="2674728"/>
            <a:ext cx="479079" cy="476746"/>
          </a:xfrm>
          <a:prstGeom prst="star4">
            <a:avLst/>
          </a:prstGeom>
          <a:solidFill>
            <a:srgbClr val="FFFF00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星: 4 pt 22">
            <a:extLst>
              <a:ext uri="{FF2B5EF4-FFF2-40B4-BE49-F238E27FC236}">
                <a16:creationId xmlns:a16="http://schemas.microsoft.com/office/drawing/2014/main" id="{0D89768A-A8D5-4E65-A57F-6B23945E4791}"/>
              </a:ext>
            </a:extLst>
          </p:cNvPr>
          <p:cNvSpPr/>
          <p:nvPr/>
        </p:nvSpPr>
        <p:spPr>
          <a:xfrm>
            <a:off x="9158939" y="3815313"/>
            <a:ext cx="479079" cy="476746"/>
          </a:xfrm>
          <a:prstGeom prst="star4">
            <a:avLst/>
          </a:prstGeom>
          <a:solidFill>
            <a:srgbClr val="FFFF00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楕円 23">
            <a:extLst>
              <a:ext uri="{FF2B5EF4-FFF2-40B4-BE49-F238E27FC236}">
                <a16:creationId xmlns:a16="http://schemas.microsoft.com/office/drawing/2014/main" id="{E922E669-EA6D-478A-B083-D26C01DDC234}"/>
              </a:ext>
            </a:extLst>
          </p:cNvPr>
          <p:cNvSpPr/>
          <p:nvPr/>
        </p:nvSpPr>
        <p:spPr>
          <a:xfrm>
            <a:off x="5631955" y="1532105"/>
            <a:ext cx="466166" cy="476746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2F44F648-460A-4005-B53F-38D26CDECA08}"/>
              </a:ext>
            </a:extLst>
          </p:cNvPr>
          <p:cNvSpPr/>
          <p:nvPr/>
        </p:nvSpPr>
        <p:spPr>
          <a:xfrm rot="21065693">
            <a:off x="5976756" y="1973421"/>
            <a:ext cx="166487" cy="1456357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EEC0DA0E-CC08-4573-A004-20C1C6E78A13}"/>
              </a:ext>
            </a:extLst>
          </p:cNvPr>
          <p:cNvSpPr/>
          <p:nvPr/>
        </p:nvSpPr>
        <p:spPr>
          <a:xfrm>
            <a:off x="4616818" y="2092234"/>
            <a:ext cx="1291931" cy="127747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0C8C3DAE-7017-4EA0-B25D-466E8F92FDE7}"/>
              </a:ext>
            </a:extLst>
          </p:cNvPr>
          <p:cNvSpPr/>
          <p:nvPr/>
        </p:nvSpPr>
        <p:spPr>
          <a:xfrm rot="1696494">
            <a:off x="6019723" y="2259032"/>
            <a:ext cx="736408" cy="127747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1FA62AE6-5AEA-4621-B248-4F3AC8EBEA02}"/>
              </a:ext>
            </a:extLst>
          </p:cNvPr>
          <p:cNvSpPr/>
          <p:nvPr/>
        </p:nvSpPr>
        <p:spPr>
          <a:xfrm rot="9050730">
            <a:off x="6067133" y="2563810"/>
            <a:ext cx="736408" cy="127747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" name="爆発: 8 pt 28">
            <a:extLst>
              <a:ext uri="{FF2B5EF4-FFF2-40B4-BE49-F238E27FC236}">
                <a16:creationId xmlns:a16="http://schemas.microsoft.com/office/drawing/2014/main" id="{AF1676B6-50DA-498E-9586-0F79D15841F3}"/>
              </a:ext>
            </a:extLst>
          </p:cNvPr>
          <p:cNvSpPr/>
          <p:nvPr/>
        </p:nvSpPr>
        <p:spPr>
          <a:xfrm>
            <a:off x="3909856" y="1720894"/>
            <a:ext cx="712572" cy="837166"/>
          </a:xfrm>
          <a:prstGeom prst="irregularSeal1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BDDC88E6-4171-475B-83F8-E4AC16989798}"/>
              </a:ext>
            </a:extLst>
          </p:cNvPr>
          <p:cNvSpPr/>
          <p:nvPr/>
        </p:nvSpPr>
        <p:spPr>
          <a:xfrm rot="19345895">
            <a:off x="6666491" y="3159899"/>
            <a:ext cx="180557" cy="2059448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26661007-EAEB-48EE-ABF3-24C16A599779}"/>
              </a:ext>
            </a:extLst>
          </p:cNvPr>
          <p:cNvSpPr/>
          <p:nvPr/>
        </p:nvSpPr>
        <p:spPr>
          <a:xfrm rot="2137209">
            <a:off x="5828065" y="3278997"/>
            <a:ext cx="161364" cy="923418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20C8F63D-36F9-4702-B45F-565AB9D24D41}"/>
              </a:ext>
            </a:extLst>
          </p:cNvPr>
          <p:cNvSpPr/>
          <p:nvPr/>
        </p:nvSpPr>
        <p:spPr>
          <a:xfrm rot="21427808">
            <a:off x="5597864" y="4110090"/>
            <a:ext cx="167033" cy="947175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772754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楕円 31">
            <a:extLst>
              <a:ext uri="{FF2B5EF4-FFF2-40B4-BE49-F238E27FC236}">
                <a16:creationId xmlns:a16="http://schemas.microsoft.com/office/drawing/2014/main" id="{3746E196-1851-4A49-A950-4FBEFBD630FB}"/>
              </a:ext>
            </a:extLst>
          </p:cNvPr>
          <p:cNvSpPr/>
          <p:nvPr/>
        </p:nvSpPr>
        <p:spPr>
          <a:xfrm rot="21102091">
            <a:off x="3472073" y="5777960"/>
            <a:ext cx="1003782" cy="54129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3" name="楕円 32">
            <a:extLst>
              <a:ext uri="{FF2B5EF4-FFF2-40B4-BE49-F238E27FC236}">
                <a16:creationId xmlns:a16="http://schemas.microsoft.com/office/drawing/2014/main" id="{3E613D2E-DC2C-4237-8BC7-292704D9CAE1}"/>
              </a:ext>
            </a:extLst>
          </p:cNvPr>
          <p:cNvSpPr/>
          <p:nvPr/>
        </p:nvSpPr>
        <p:spPr>
          <a:xfrm rot="494613">
            <a:off x="4582453" y="5764549"/>
            <a:ext cx="1003782" cy="54129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4BA4C002-2F68-463C-8035-E0EE6E14818C}"/>
              </a:ext>
            </a:extLst>
          </p:cNvPr>
          <p:cNvSpPr/>
          <p:nvPr/>
        </p:nvSpPr>
        <p:spPr>
          <a:xfrm>
            <a:off x="3720094" y="4163407"/>
            <a:ext cx="1612633" cy="163658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楕円 33">
            <a:extLst>
              <a:ext uri="{FF2B5EF4-FFF2-40B4-BE49-F238E27FC236}">
                <a16:creationId xmlns:a16="http://schemas.microsoft.com/office/drawing/2014/main" id="{79A565ED-D339-4D0B-9A50-28138314A0A3}"/>
              </a:ext>
            </a:extLst>
          </p:cNvPr>
          <p:cNvSpPr/>
          <p:nvPr/>
        </p:nvSpPr>
        <p:spPr>
          <a:xfrm>
            <a:off x="3850361" y="4529892"/>
            <a:ext cx="399682" cy="40276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5" name="楕円 34">
            <a:extLst>
              <a:ext uri="{FF2B5EF4-FFF2-40B4-BE49-F238E27FC236}">
                <a16:creationId xmlns:a16="http://schemas.microsoft.com/office/drawing/2014/main" id="{578F3973-6DB1-4270-AE57-E7D8F80F726B}"/>
              </a:ext>
            </a:extLst>
          </p:cNvPr>
          <p:cNvSpPr/>
          <p:nvPr/>
        </p:nvSpPr>
        <p:spPr>
          <a:xfrm>
            <a:off x="4593398" y="4526635"/>
            <a:ext cx="399682" cy="40276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6" name="楕円 35">
            <a:extLst>
              <a:ext uri="{FF2B5EF4-FFF2-40B4-BE49-F238E27FC236}">
                <a16:creationId xmlns:a16="http://schemas.microsoft.com/office/drawing/2014/main" id="{F95B6B09-FE68-4BC1-90A7-5BECAEDDCD7C}"/>
              </a:ext>
            </a:extLst>
          </p:cNvPr>
          <p:cNvSpPr/>
          <p:nvPr/>
        </p:nvSpPr>
        <p:spPr>
          <a:xfrm>
            <a:off x="1474332" y="1918681"/>
            <a:ext cx="484096" cy="476746"/>
          </a:xfrm>
          <a:prstGeom prst="ellips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7" name="正方形/長方形 36">
            <a:extLst>
              <a:ext uri="{FF2B5EF4-FFF2-40B4-BE49-F238E27FC236}">
                <a16:creationId xmlns:a16="http://schemas.microsoft.com/office/drawing/2014/main" id="{561703A1-D4B7-44BA-8DEC-CB9AB7431CC8}"/>
              </a:ext>
            </a:extLst>
          </p:cNvPr>
          <p:cNvSpPr/>
          <p:nvPr/>
        </p:nvSpPr>
        <p:spPr>
          <a:xfrm rot="955374">
            <a:off x="1402334" y="2340448"/>
            <a:ext cx="154941" cy="1261359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8" name="アーチ 37">
            <a:extLst>
              <a:ext uri="{FF2B5EF4-FFF2-40B4-BE49-F238E27FC236}">
                <a16:creationId xmlns:a16="http://schemas.microsoft.com/office/drawing/2014/main" id="{C0EA1BB7-079E-4FE9-B4EC-E580CE5E8729}"/>
              </a:ext>
            </a:extLst>
          </p:cNvPr>
          <p:cNvSpPr/>
          <p:nvPr/>
        </p:nvSpPr>
        <p:spPr>
          <a:xfrm rot="7700857">
            <a:off x="1377474" y="1725109"/>
            <a:ext cx="1421112" cy="523076"/>
          </a:xfrm>
          <a:prstGeom prst="blockArc">
            <a:avLst>
              <a:gd name="adj1" fmla="val 10879277"/>
              <a:gd name="adj2" fmla="val 0"/>
              <a:gd name="adj3" fmla="val 25000"/>
            </a:avLst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39" name="アーチ 38">
            <a:extLst>
              <a:ext uri="{FF2B5EF4-FFF2-40B4-BE49-F238E27FC236}">
                <a16:creationId xmlns:a16="http://schemas.microsoft.com/office/drawing/2014/main" id="{CBA59908-C7A3-4A40-A611-2D1E9929FB57}"/>
              </a:ext>
            </a:extLst>
          </p:cNvPr>
          <p:cNvSpPr/>
          <p:nvPr/>
        </p:nvSpPr>
        <p:spPr>
          <a:xfrm rot="19510535">
            <a:off x="598609" y="2547361"/>
            <a:ext cx="1108746" cy="623613"/>
          </a:xfrm>
          <a:prstGeom prst="blockArc">
            <a:avLst>
              <a:gd name="adj1" fmla="val 10899968"/>
              <a:gd name="adj2" fmla="val 0"/>
              <a:gd name="adj3" fmla="val 25000"/>
            </a:avLst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40" name="アーチ 39">
            <a:extLst>
              <a:ext uri="{FF2B5EF4-FFF2-40B4-BE49-F238E27FC236}">
                <a16:creationId xmlns:a16="http://schemas.microsoft.com/office/drawing/2014/main" id="{4ACFADF2-3DBD-49D1-9504-C5B16A62DD68}"/>
              </a:ext>
            </a:extLst>
          </p:cNvPr>
          <p:cNvSpPr/>
          <p:nvPr/>
        </p:nvSpPr>
        <p:spPr>
          <a:xfrm rot="5979144">
            <a:off x="873906" y="3576693"/>
            <a:ext cx="1277934" cy="727228"/>
          </a:xfrm>
          <a:prstGeom prst="blockArc">
            <a:avLst>
              <a:gd name="adj1" fmla="val 9617210"/>
              <a:gd name="adj2" fmla="val 0"/>
              <a:gd name="adj3" fmla="val 25000"/>
            </a:avLst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41" name="正方形/長方形 40">
            <a:extLst>
              <a:ext uri="{FF2B5EF4-FFF2-40B4-BE49-F238E27FC236}">
                <a16:creationId xmlns:a16="http://schemas.microsoft.com/office/drawing/2014/main" id="{431E4DED-F1FB-43FD-80D6-BBC00AFFF8DD}"/>
              </a:ext>
            </a:extLst>
          </p:cNvPr>
          <p:cNvSpPr/>
          <p:nvPr/>
        </p:nvSpPr>
        <p:spPr>
          <a:xfrm rot="2393737">
            <a:off x="748697" y="3245240"/>
            <a:ext cx="158611" cy="1725057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2" name="矢印: 環状 41">
            <a:extLst>
              <a:ext uri="{FF2B5EF4-FFF2-40B4-BE49-F238E27FC236}">
                <a16:creationId xmlns:a16="http://schemas.microsoft.com/office/drawing/2014/main" id="{B4465291-48B9-4541-9CE8-A0E07C156E31}"/>
              </a:ext>
            </a:extLst>
          </p:cNvPr>
          <p:cNvSpPr/>
          <p:nvPr/>
        </p:nvSpPr>
        <p:spPr>
          <a:xfrm rot="20756416">
            <a:off x="2045488" y="2633246"/>
            <a:ext cx="2958353" cy="3012393"/>
          </a:xfrm>
          <a:prstGeom prst="circularArrow">
            <a:avLst>
              <a:gd name="adj1" fmla="val 12500"/>
              <a:gd name="adj2" fmla="val 1142319"/>
              <a:gd name="adj3" fmla="val 20457681"/>
              <a:gd name="adj4" fmla="val 12279168"/>
              <a:gd name="adj5" fmla="val 125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44" name="楕円 43">
            <a:extLst>
              <a:ext uri="{FF2B5EF4-FFF2-40B4-BE49-F238E27FC236}">
                <a16:creationId xmlns:a16="http://schemas.microsoft.com/office/drawing/2014/main" id="{4EE3C01C-FEB0-463B-A4B5-EDCA2A2A23C7}"/>
              </a:ext>
            </a:extLst>
          </p:cNvPr>
          <p:cNvSpPr>
            <a:spLocks noChangeAspect="1"/>
          </p:cNvSpPr>
          <p:nvPr/>
        </p:nvSpPr>
        <p:spPr>
          <a:xfrm>
            <a:off x="7578522" y="2579225"/>
            <a:ext cx="466166" cy="476746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5" name="正方形/長方形 44">
            <a:extLst>
              <a:ext uri="{FF2B5EF4-FFF2-40B4-BE49-F238E27FC236}">
                <a16:creationId xmlns:a16="http://schemas.microsoft.com/office/drawing/2014/main" id="{BD333F53-2A42-4AF8-B53E-A236AC654F50}"/>
              </a:ext>
            </a:extLst>
          </p:cNvPr>
          <p:cNvSpPr>
            <a:spLocks noChangeAspect="1"/>
          </p:cNvSpPr>
          <p:nvPr/>
        </p:nvSpPr>
        <p:spPr>
          <a:xfrm rot="561014">
            <a:off x="7577658" y="3050804"/>
            <a:ext cx="166487" cy="1456357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6" name="正方形/長方形 45">
            <a:extLst>
              <a:ext uri="{FF2B5EF4-FFF2-40B4-BE49-F238E27FC236}">
                <a16:creationId xmlns:a16="http://schemas.microsoft.com/office/drawing/2014/main" id="{1A443217-FA4F-4441-A8CE-C56B37A932FB}"/>
              </a:ext>
            </a:extLst>
          </p:cNvPr>
          <p:cNvSpPr>
            <a:spLocks noChangeAspect="1"/>
          </p:cNvSpPr>
          <p:nvPr/>
        </p:nvSpPr>
        <p:spPr>
          <a:xfrm rot="795801">
            <a:off x="7822757" y="3314422"/>
            <a:ext cx="1436578" cy="14205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7" name="正方形/長方形 46">
            <a:extLst>
              <a:ext uri="{FF2B5EF4-FFF2-40B4-BE49-F238E27FC236}">
                <a16:creationId xmlns:a16="http://schemas.microsoft.com/office/drawing/2014/main" id="{81DDFD74-3229-4CA9-8627-3E10A76DF136}"/>
              </a:ext>
            </a:extLst>
          </p:cNvPr>
          <p:cNvSpPr>
            <a:spLocks noChangeAspect="1"/>
          </p:cNvSpPr>
          <p:nvPr/>
        </p:nvSpPr>
        <p:spPr>
          <a:xfrm rot="19640739">
            <a:off x="7005764" y="3346307"/>
            <a:ext cx="736408" cy="127747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8" name="正方形/長方形 47">
            <a:extLst>
              <a:ext uri="{FF2B5EF4-FFF2-40B4-BE49-F238E27FC236}">
                <a16:creationId xmlns:a16="http://schemas.microsoft.com/office/drawing/2014/main" id="{50BD742A-E283-49D7-9CD2-8962C9029230}"/>
              </a:ext>
            </a:extLst>
          </p:cNvPr>
          <p:cNvSpPr>
            <a:spLocks noChangeAspect="1"/>
          </p:cNvSpPr>
          <p:nvPr/>
        </p:nvSpPr>
        <p:spPr>
          <a:xfrm rot="12577751">
            <a:off x="7033748" y="3677107"/>
            <a:ext cx="736408" cy="127747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9" name="正方形/長方形 48">
            <a:extLst>
              <a:ext uri="{FF2B5EF4-FFF2-40B4-BE49-F238E27FC236}">
                <a16:creationId xmlns:a16="http://schemas.microsoft.com/office/drawing/2014/main" id="{B3F5DA73-1B40-40CA-B8D3-246C34E09707}"/>
              </a:ext>
            </a:extLst>
          </p:cNvPr>
          <p:cNvSpPr>
            <a:spLocks noChangeAspect="1"/>
          </p:cNvSpPr>
          <p:nvPr/>
        </p:nvSpPr>
        <p:spPr>
          <a:xfrm rot="2423237">
            <a:off x="6798283" y="4202745"/>
            <a:ext cx="180557" cy="2059448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0" name="正方形/長方形 49">
            <a:extLst>
              <a:ext uri="{FF2B5EF4-FFF2-40B4-BE49-F238E27FC236}">
                <a16:creationId xmlns:a16="http://schemas.microsoft.com/office/drawing/2014/main" id="{011B5908-BF0E-47D7-93EE-6FD53784221B}"/>
              </a:ext>
            </a:extLst>
          </p:cNvPr>
          <p:cNvSpPr>
            <a:spLocks noChangeAspect="1"/>
          </p:cNvSpPr>
          <p:nvPr/>
        </p:nvSpPr>
        <p:spPr>
          <a:xfrm rot="8404180">
            <a:off x="7874097" y="4370119"/>
            <a:ext cx="161364" cy="923418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1" name="正方形/長方形 50">
            <a:extLst>
              <a:ext uri="{FF2B5EF4-FFF2-40B4-BE49-F238E27FC236}">
                <a16:creationId xmlns:a16="http://schemas.microsoft.com/office/drawing/2014/main" id="{11B7C047-373B-4FCD-8AAE-9ADD72510B2E}"/>
              </a:ext>
            </a:extLst>
          </p:cNvPr>
          <p:cNvSpPr>
            <a:spLocks noChangeAspect="1"/>
          </p:cNvSpPr>
          <p:nvPr/>
        </p:nvSpPr>
        <p:spPr>
          <a:xfrm rot="226715">
            <a:off x="8099132" y="5123638"/>
            <a:ext cx="167033" cy="947175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2" name="楕円 51">
            <a:extLst>
              <a:ext uri="{FF2B5EF4-FFF2-40B4-BE49-F238E27FC236}">
                <a16:creationId xmlns:a16="http://schemas.microsoft.com/office/drawing/2014/main" id="{8BA0F861-2F70-4558-8B08-3AC232C8735C}"/>
              </a:ext>
            </a:extLst>
          </p:cNvPr>
          <p:cNvSpPr/>
          <p:nvPr/>
        </p:nvSpPr>
        <p:spPr>
          <a:xfrm>
            <a:off x="9093285" y="3407972"/>
            <a:ext cx="338342" cy="342011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3" name="爆発: 8 pt 52">
            <a:extLst>
              <a:ext uri="{FF2B5EF4-FFF2-40B4-BE49-F238E27FC236}">
                <a16:creationId xmlns:a16="http://schemas.microsoft.com/office/drawing/2014/main" id="{1EFA24E9-4C11-45E0-B1C5-C3FF123700D1}"/>
              </a:ext>
            </a:extLst>
          </p:cNvPr>
          <p:cNvSpPr>
            <a:spLocks noChangeAspect="1"/>
          </p:cNvSpPr>
          <p:nvPr/>
        </p:nvSpPr>
        <p:spPr>
          <a:xfrm>
            <a:off x="9288359" y="3151521"/>
            <a:ext cx="937971" cy="1101976"/>
          </a:xfrm>
          <a:prstGeom prst="irregularSeal1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54" name="楕円 53">
            <a:extLst>
              <a:ext uri="{FF2B5EF4-FFF2-40B4-BE49-F238E27FC236}">
                <a16:creationId xmlns:a16="http://schemas.microsoft.com/office/drawing/2014/main" id="{3D5E0A39-59A1-4A4F-9F13-B0BB9775946B}"/>
              </a:ext>
            </a:extLst>
          </p:cNvPr>
          <p:cNvSpPr/>
          <p:nvPr/>
        </p:nvSpPr>
        <p:spPr>
          <a:xfrm rot="21102091">
            <a:off x="9768549" y="5616641"/>
            <a:ext cx="1003782" cy="54129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5" name="楕円 54">
            <a:extLst>
              <a:ext uri="{FF2B5EF4-FFF2-40B4-BE49-F238E27FC236}">
                <a16:creationId xmlns:a16="http://schemas.microsoft.com/office/drawing/2014/main" id="{A1DB62A0-967F-45D1-9C34-986E4775199E}"/>
              </a:ext>
            </a:extLst>
          </p:cNvPr>
          <p:cNvSpPr/>
          <p:nvPr/>
        </p:nvSpPr>
        <p:spPr>
          <a:xfrm rot="494613">
            <a:off x="10878929" y="5603230"/>
            <a:ext cx="1003782" cy="54129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6" name="正方形/長方形 55">
            <a:extLst>
              <a:ext uri="{FF2B5EF4-FFF2-40B4-BE49-F238E27FC236}">
                <a16:creationId xmlns:a16="http://schemas.microsoft.com/office/drawing/2014/main" id="{D94D5A14-4308-46FC-861A-3ABE71585E7B}"/>
              </a:ext>
            </a:extLst>
          </p:cNvPr>
          <p:cNvSpPr/>
          <p:nvPr/>
        </p:nvSpPr>
        <p:spPr>
          <a:xfrm>
            <a:off x="10016570" y="4002088"/>
            <a:ext cx="1612633" cy="163658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7" name="楕円 56">
            <a:extLst>
              <a:ext uri="{FF2B5EF4-FFF2-40B4-BE49-F238E27FC236}">
                <a16:creationId xmlns:a16="http://schemas.microsoft.com/office/drawing/2014/main" id="{A7FB7918-7B74-460E-9F3A-551329AEF99D}"/>
              </a:ext>
            </a:extLst>
          </p:cNvPr>
          <p:cNvSpPr/>
          <p:nvPr/>
        </p:nvSpPr>
        <p:spPr>
          <a:xfrm>
            <a:off x="10146837" y="4368573"/>
            <a:ext cx="399682" cy="40276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8" name="楕円 57">
            <a:extLst>
              <a:ext uri="{FF2B5EF4-FFF2-40B4-BE49-F238E27FC236}">
                <a16:creationId xmlns:a16="http://schemas.microsoft.com/office/drawing/2014/main" id="{5F0F05DF-DC4E-42EE-A9A2-341C7B0EE06E}"/>
              </a:ext>
            </a:extLst>
          </p:cNvPr>
          <p:cNvSpPr/>
          <p:nvPr/>
        </p:nvSpPr>
        <p:spPr>
          <a:xfrm>
            <a:off x="10889874" y="4365316"/>
            <a:ext cx="399682" cy="40276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9" name="テキスト ボックス 58">
            <a:extLst>
              <a:ext uri="{FF2B5EF4-FFF2-40B4-BE49-F238E27FC236}">
                <a16:creationId xmlns:a16="http://schemas.microsoft.com/office/drawing/2014/main" id="{2DC9D5F8-EF8D-4E72-B972-7F0D74029D8D}"/>
              </a:ext>
            </a:extLst>
          </p:cNvPr>
          <p:cNvSpPr txBox="1"/>
          <p:nvPr/>
        </p:nvSpPr>
        <p:spPr>
          <a:xfrm>
            <a:off x="3077833" y="534792"/>
            <a:ext cx="61495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 dirty="0"/>
              <a:t>通常の敵はどの強化状態でも倒せる</a:t>
            </a:r>
          </a:p>
        </p:txBody>
      </p:sp>
    </p:spTree>
    <p:extLst>
      <p:ext uri="{BB962C8B-B14F-4D97-AF65-F5344CB8AC3E}">
        <p14:creationId xmlns:p14="http://schemas.microsoft.com/office/powerpoint/2010/main" val="33207862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楕円 1">
            <a:extLst>
              <a:ext uri="{FF2B5EF4-FFF2-40B4-BE49-F238E27FC236}">
                <a16:creationId xmlns:a16="http://schemas.microsoft.com/office/drawing/2014/main" id="{C7621CD7-0570-4B7B-BA4D-D6254FD0CCF6}"/>
              </a:ext>
            </a:extLst>
          </p:cNvPr>
          <p:cNvSpPr/>
          <p:nvPr/>
        </p:nvSpPr>
        <p:spPr>
          <a:xfrm rot="21102091">
            <a:off x="9796453" y="5628135"/>
            <a:ext cx="1003782" cy="54129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楕円 2">
            <a:extLst>
              <a:ext uri="{FF2B5EF4-FFF2-40B4-BE49-F238E27FC236}">
                <a16:creationId xmlns:a16="http://schemas.microsoft.com/office/drawing/2014/main" id="{DBDBC94B-A4B2-4A58-AA5E-FDE34503401B}"/>
              </a:ext>
            </a:extLst>
          </p:cNvPr>
          <p:cNvSpPr/>
          <p:nvPr/>
        </p:nvSpPr>
        <p:spPr>
          <a:xfrm rot="494613">
            <a:off x="10906833" y="5614724"/>
            <a:ext cx="1003782" cy="54129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83D6E629-DCB7-4581-90B7-262917712056}"/>
              </a:ext>
            </a:extLst>
          </p:cNvPr>
          <p:cNvSpPr/>
          <p:nvPr/>
        </p:nvSpPr>
        <p:spPr>
          <a:xfrm>
            <a:off x="10044474" y="4013582"/>
            <a:ext cx="1612633" cy="163658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楕円 4">
            <a:extLst>
              <a:ext uri="{FF2B5EF4-FFF2-40B4-BE49-F238E27FC236}">
                <a16:creationId xmlns:a16="http://schemas.microsoft.com/office/drawing/2014/main" id="{9167DFD2-8B16-4D89-97ED-8D412786FD43}"/>
              </a:ext>
            </a:extLst>
          </p:cNvPr>
          <p:cNvSpPr/>
          <p:nvPr/>
        </p:nvSpPr>
        <p:spPr>
          <a:xfrm>
            <a:off x="10217763" y="4423903"/>
            <a:ext cx="399682" cy="40276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楕円 5">
            <a:extLst>
              <a:ext uri="{FF2B5EF4-FFF2-40B4-BE49-F238E27FC236}">
                <a16:creationId xmlns:a16="http://schemas.microsoft.com/office/drawing/2014/main" id="{3D6AD7FF-1FBC-4A63-B065-E4B362009153}"/>
              </a:ext>
            </a:extLst>
          </p:cNvPr>
          <p:cNvSpPr/>
          <p:nvPr/>
        </p:nvSpPr>
        <p:spPr>
          <a:xfrm>
            <a:off x="11009042" y="4422652"/>
            <a:ext cx="399682" cy="40276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星: 32 pt 8">
            <a:extLst>
              <a:ext uri="{FF2B5EF4-FFF2-40B4-BE49-F238E27FC236}">
                <a16:creationId xmlns:a16="http://schemas.microsoft.com/office/drawing/2014/main" id="{BAB8D5D0-581E-4E57-856A-56DABFA84883}"/>
              </a:ext>
            </a:extLst>
          </p:cNvPr>
          <p:cNvSpPr/>
          <p:nvPr/>
        </p:nvSpPr>
        <p:spPr>
          <a:xfrm>
            <a:off x="9824114" y="3495467"/>
            <a:ext cx="2019858" cy="1136726"/>
          </a:xfrm>
          <a:prstGeom prst="star32">
            <a:avLst>
              <a:gd name="adj" fmla="val 28036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フローチャート: 論理積ゲート 7">
            <a:extLst>
              <a:ext uri="{FF2B5EF4-FFF2-40B4-BE49-F238E27FC236}">
                <a16:creationId xmlns:a16="http://schemas.microsoft.com/office/drawing/2014/main" id="{5591C479-0A5C-4810-9E6A-78CEEBCBDF88}"/>
              </a:ext>
            </a:extLst>
          </p:cNvPr>
          <p:cNvSpPr/>
          <p:nvPr/>
        </p:nvSpPr>
        <p:spPr>
          <a:xfrm rot="16200000">
            <a:off x="10456343" y="3307827"/>
            <a:ext cx="788894" cy="1819329"/>
          </a:xfrm>
          <a:prstGeom prst="flowChartDelay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楕円 9">
            <a:extLst>
              <a:ext uri="{FF2B5EF4-FFF2-40B4-BE49-F238E27FC236}">
                <a16:creationId xmlns:a16="http://schemas.microsoft.com/office/drawing/2014/main" id="{81BF5C89-9D62-4772-BF48-F876209580CE}"/>
              </a:ext>
            </a:extLst>
          </p:cNvPr>
          <p:cNvSpPr>
            <a:spLocks noChangeAspect="1"/>
          </p:cNvSpPr>
          <p:nvPr/>
        </p:nvSpPr>
        <p:spPr>
          <a:xfrm>
            <a:off x="7578522" y="2579225"/>
            <a:ext cx="466166" cy="476746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A578818A-CE88-4FA1-9734-E3766E8B5FE3}"/>
              </a:ext>
            </a:extLst>
          </p:cNvPr>
          <p:cNvSpPr>
            <a:spLocks noChangeAspect="1"/>
          </p:cNvSpPr>
          <p:nvPr/>
        </p:nvSpPr>
        <p:spPr>
          <a:xfrm rot="561014">
            <a:off x="7577658" y="3050804"/>
            <a:ext cx="166487" cy="1456357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DB2492A6-EFD7-43AD-9F54-A02B83F530F7}"/>
              </a:ext>
            </a:extLst>
          </p:cNvPr>
          <p:cNvSpPr>
            <a:spLocks noChangeAspect="1"/>
          </p:cNvSpPr>
          <p:nvPr/>
        </p:nvSpPr>
        <p:spPr>
          <a:xfrm rot="795801">
            <a:off x="7822757" y="3314422"/>
            <a:ext cx="1436578" cy="14205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767634B3-CA6F-46DD-A5EF-D4A74753F875}"/>
              </a:ext>
            </a:extLst>
          </p:cNvPr>
          <p:cNvSpPr>
            <a:spLocks noChangeAspect="1"/>
          </p:cNvSpPr>
          <p:nvPr/>
        </p:nvSpPr>
        <p:spPr>
          <a:xfrm rot="19640739">
            <a:off x="7005764" y="3346307"/>
            <a:ext cx="736408" cy="127747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D7B29D7E-1060-4B93-923E-D051E134E9EE}"/>
              </a:ext>
            </a:extLst>
          </p:cNvPr>
          <p:cNvSpPr>
            <a:spLocks noChangeAspect="1"/>
          </p:cNvSpPr>
          <p:nvPr/>
        </p:nvSpPr>
        <p:spPr>
          <a:xfrm rot="12577751">
            <a:off x="7033748" y="3677107"/>
            <a:ext cx="736408" cy="127747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6676D057-0967-4058-AFC8-EE1FA8A826FA}"/>
              </a:ext>
            </a:extLst>
          </p:cNvPr>
          <p:cNvSpPr>
            <a:spLocks noChangeAspect="1"/>
          </p:cNvSpPr>
          <p:nvPr/>
        </p:nvSpPr>
        <p:spPr>
          <a:xfrm rot="2423237">
            <a:off x="6798283" y="4202745"/>
            <a:ext cx="180557" cy="2059448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3C255858-FBA5-414C-B6CF-23AF23149C58}"/>
              </a:ext>
            </a:extLst>
          </p:cNvPr>
          <p:cNvSpPr>
            <a:spLocks noChangeAspect="1"/>
          </p:cNvSpPr>
          <p:nvPr/>
        </p:nvSpPr>
        <p:spPr>
          <a:xfrm rot="8404180">
            <a:off x="7874097" y="4370119"/>
            <a:ext cx="161364" cy="923418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D2A38105-A365-4668-9290-9F9AD96DB904}"/>
              </a:ext>
            </a:extLst>
          </p:cNvPr>
          <p:cNvSpPr>
            <a:spLocks noChangeAspect="1"/>
          </p:cNvSpPr>
          <p:nvPr/>
        </p:nvSpPr>
        <p:spPr>
          <a:xfrm rot="226715">
            <a:off x="8099132" y="5123638"/>
            <a:ext cx="167033" cy="947175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楕円 18">
            <a:extLst>
              <a:ext uri="{FF2B5EF4-FFF2-40B4-BE49-F238E27FC236}">
                <a16:creationId xmlns:a16="http://schemas.microsoft.com/office/drawing/2014/main" id="{93578042-CB3F-4B7F-978E-33374593CB55}"/>
              </a:ext>
            </a:extLst>
          </p:cNvPr>
          <p:cNvSpPr/>
          <p:nvPr/>
        </p:nvSpPr>
        <p:spPr>
          <a:xfrm>
            <a:off x="9093285" y="3407972"/>
            <a:ext cx="338342" cy="342011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爆発: 8 pt 14">
            <a:extLst>
              <a:ext uri="{FF2B5EF4-FFF2-40B4-BE49-F238E27FC236}">
                <a16:creationId xmlns:a16="http://schemas.microsoft.com/office/drawing/2014/main" id="{BC6C9205-180B-4934-AB12-09AF090611E2}"/>
              </a:ext>
            </a:extLst>
          </p:cNvPr>
          <p:cNvSpPr>
            <a:spLocks noChangeAspect="1"/>
          </p:cNvSpPr>
          <p:nvPr/>
        </p:nvSpPr>
        <p:spPr>
          <a:xfrm>
            <a:off x="9288359" y="3151521"/>
            <a:ext cx="937971" cy="1101976"/>
          </a:xfrm>
          <a:prstGeom prst="irregularSeal1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9796D0F6-D2C1-48A1-B1F5-0292AA164A92}"/>
              </a:ext>
            </a:extLst>
          </p:cNvPr>
          <p:cNvSpPr txBox="1"/>
          <p:nvPr/>
        </p:nvSpPr>
        <p:spPr>
          <a:xfrm>
            <a:off x="476564" y="257834"/>
            <a:ext cx="1103411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800" dirty="0"/>
              <a:t>ヘルメットをかぶった敵は踏みつけでは倒せない</a:t>
            </a:r>
            <a:endParaRPr kumimoji="1" lang="en-US" altLang="ja-JP" sz="2800" dirty="0"/>
          </a:p>
          <a:p>
            <a:pPr algn="ctr"/>
            <a:r>
              <a:rPr lang="ja-JP" altLang="en-US" sz="2800" dirty="0"/>
              <a:t>別の強化状態を使えば倒せる</a:t>
            </a:r>
            <a:endParaRPr kumimoji="1" lang="ja-JP" altLang="en-US" sz="2800" dirty="0"/>
          </a:p>
        </p:txBody>
      </p:sp>
      <p:sp>
        <p:nvSpPr>
          <p:cNvPr id="21" name="楕円 20">
            <a:extLst>
              <a:ext uri="{FF2B5EF4-FFF2-40B4-BE49-F238E27FC236}">
                <a16:creationId xmlns:a16="http://schemas.microsoft.com/office/drawing/2014/main" id="{3D6C1988-401A-4163-A0DA-C4DA76D55458}"/>
              </a:ext>
            </a:extLst>
          </p:cNvPr>
          <p:cNvSpPr/>
          <p:nvPr/>
        </p:nvSpPr>
        <p:spPr>
          <a:xfrm rot="21102091">
            <a:off x="3190729" y="5621674"/>
            <a:ext cx="1003782" cy="54129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楕円 21">
            <a:extLst>
              <a:ext uri="{FF2B5EF4-FFF2-40B4-BE49-F238E27FC236}">
                <a16:creationId xmlns:a16="http://schemas.microsoft.com/office/drawing/2014/main" id="{65714076-01BA-4C3C-A6F2-348CB5D41B7F}"/>
              </a:ext>
            </a:extLst>
          </p:cNvPr>
          <p:cNvSpPr/>
          <p:nvPr/>
        </p:nvSpPr>
        <p:spPr>
          <a:xfrm rot="494613">
            <a:off x="4301109" y="5608263"/>
            <a:ext cx="1003782" cy="54129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2253E46A-20B1-4122-80F4-8A1EC5678F7C}"/>
              </a:ext>
            </a:extLst>
          </p:cNvPr>
          <p:cNvSpPr/>
          <p:nvPr/>
        </p:nvSpPr>
        <p:spPr>
          <a:xfrm>
            <a:off x="3438750" y="4007121"/>
            <a:ext cx="1612633" cy="163658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楕円 23">
            <a:extLst>
              <a:ext uri="{FF2B5EF4-FFF2-40B4-BE49-F238E27FC236}">
                <a16:creationId xmlns:a16="http://schemas.microsoft.com/office/drawing/2014/main" id="{F4887DAB-2398-4A84-95D6-ABFD88935BD9}"/>
              </a:ext>
            </a:extLst>
          </p:cNvPr>
          <p:cNvSpPr/>
          <p:nvPr/>
        </p:nvSpPr>
        <p:spPr>
          <a:xfrm>
            <a:off x="3612039" y="4417442"/>
            <a:ext cx="399682" cy="40276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楕円 24">
            <a:extLst>
              <a:ext uri="{FF2B5EF4-FFF2-40B4-BE49-F238E27FC236}">
                <a16:creationId xmlns:a16="http://schemas.microsoft.com/office/drawing/2014/main" id="{1BC8C24E-CBA0-4548-B132-6D09E0878CF9}"/>
              </a:ext>
            </a:extLst>
          </p:cNvPr>
          <p:cNvSpPr/>
          <p:nvPr/>
        </p:nvSpPr>
        <p:spPr>
          <a:xfrm>
            <a:off x="4403318" y="4416191"/>
            <a:ext cx="399682" cy="40276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星: 32 pt 25">
            <a:extLst>
              <a:ext uri="{FF2B5EF4-FFF2-40B4-BE49-F238E27FC236}">
                <a16:creationId xmlns:a16="http://schemas.microsoft.com/office/drawing/2014/main" id="{C39280BA-9BE8-4DC8-BC63-57731EDF3055}"/>
              </a:ext>
            </a:extLst>
          </p:cNvPr>
          <p:cNvSpPr/>
          <p:nvPr/>
        </p:nvSpPr>
        <p:spPr>
          <a:xfrm>
            <a:off x="3218390" y="3489006"/>
            <a:ext cx="2019858" cy="1136726"/>
          </a:xfrm>
          <a:prstGeom prst="star32">
            <a:avLst>
              <a:gd name="adj" fmla="val 28036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フローチャート: 論理積ゲート 26">
            <a:extLst>
              <a:ext uri="{FF2B5EF4-FFF2-40B4-BE49-F238E27FC236}">
                <a16:creationId xmlns:a16="http://schemas.microsoft.com/office/drawing/2014/main" id="{2A64D704-83DA-4EDE-935C-D611EF28C326}"/>
              </a:ext>
            </a:extLst>
          </p:cNvPr>
          <p:cNvSpPr/>
          <p:nvPr/>
        </p:nvSpPr>
        <p:spPr>
          <a:xfrm rot="16200000">
            <a:off x="3850619" y="3301366"/>
            <a:ext cx="788894" cy="1819329"/>
          </a:xfrm>
          <a:prstGeom prst="flowChartDelay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楕円 27">
            <a:extLst>
              <a:ext uri="{FF2B5EF4-FFF2-40B4-BE49-F238E27FC236}">
                <a16:creationId xmlns:a16="http://schemas.microsoft.com/office/drawing/2014/main" id="{E960C802-ABD8-4C51-A729-F8F4659F86B1}"/>
              </a:ext>
            </a:extLst>
          </p:cNvPr>
          <p:cNvSpPr/>
          <p:nvPr/>
        </p:nvSpPr>
        <p:spPr>
          <a:xfrm>
            <a:off x="1385513" y="2298355"/>
            <a:ext cx="484096" cy="476746"/>
          </a:xfrm>
          <a:prstGeom prst="ellips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FF0964F1-AD29-4F25-83F3-B7A768094D03}"/>
              </a:ext>
            </a:extLst>
          </p:cNvPr>
          <p:cNvSpPr/>
          <p:nvPr/>
        </p:nvSpPr>
        <p:spPr>
          <a:xfrm rot="955374">
            <a:off x="1313515" y="2720122"/>
            <a:ext cx="154941" cy="1261359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アーチ 29">
            <a:extLst>
              <a:ext uri="{FF2B5EF4-FFF2-40B4-BE49-F238E27FC236}">
                <a16:creationId xmlns:a16="http://schemas.microsoft.com/office/drawing/2014/main" id="{86AA6CE0-6172-4798-9E7D-B523D0FEE9F0}"/>
              </a:ext>
            </a:extLst>
          </p:cNvPr>
          <p:cNvSpPr/>
          <p:nvPr/>
        </p:nvSpPr>
        <p:spPr>
          <a:xfrm rot="7700857">
            <a:off x="1288655" y="2104783"/>
            <a:ext cx="1421112" cy="523076"/>
          </a:xfrm>
          <a:prstGeom prst="blockArc">
            <a:avLst>
              <a:gd name="adj1" fmla="val 10879277"/>
              <a:gd name="adj2" fmla="val 0"/>
              <a:gd name="adj3" fmla="val 25000"/>
            </a:avLst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31" name="アーチ 30">
            <a:extLst>
              <a:ext uri="{FF2B5EF4-FFF2-40B4-BE49-F238E27FC236}">
                <a16:creationId xmlns:a16="http://schemas.microsoft.com/office/drawing/2014/main" id="{1CFFB48D-0D65-4E0A-B940-13127E92D0CD}"/>
              </a:ext>
            </a:extLst>
          </p:cNvPr>
          <p:cNvSpPr/>
          <p:nvPr/>
        </p:nvSpPr>
        <p:spPr>
          <a:xfrm rot="19510535">
            <a:off x="509790" y="2927035"/>
            <a:ext cx="1108746" cy="623613"/>
          </a:xfrm>
          <a:prstGeom prst="blockArc">
            <a:avLst>
              <a:gd name="adj1" fmla="val 10899968"/>
              <a:gd name="adj2" fmla="val 0"/>
              <a:gd name="adj3" fmla="val 25000"/>
            </a:avLst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32" name="アーチ 31">
            <a:extLst>
              <a:ext uri="{FF2B5EF4-FFF2-40B4-BE49-F238E27FC236}">
                <a16:creationId xmlns:a16="http://schemas.microsoft.com/office/drawing/2014/main" id="{DE0A4ED6-F4A0-4CF2-98E2-6608A0F550A9}"/>
              </a:ext>
            </a:extLst>
          </p:cNvPr>
          <p:cNvSpPr/>
          <p:nvPr/>
        </p:nvSpPr>
        <p:spPr>
          <a:xfrm rot="5979144">
            <a:off x="785087" y="3956367"/>
            <a:ext cx="1277934" cy="727228"/>
          </a:xfrm>
          <a:prstGeom prst="blockArc">
            <a:avLst>
              <a:gd name="adj1" fmla="val 9617210"/>
              <a:gd name="adj2" fmla="val 0"/>
              <a:gd name="adj3" fmla="val 25000"/>
            </a:avLst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0894E16B-F00E-4BDC-A6C1-6CBD5907DD48}"/>
              </a:ext>
            </a:extLst>
          </p:cNvPr>
          <p:cNvSpPr/>
          <p:nvPr/>
        </p:nvSpPr>
        <p:spPr>
          <a:xfrm rot="2393737">
            <a:off x="659878" y="3624914"/>
            <a:ext cx="158611" cy="1725057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矢印: 環状 33">
            <a:extLst>
              <a:ext uri="{FF2B5EF4-FFF2-40B4-BE49-F238E27FC236}">
                <a16:creationId xmlns:a16="http://schemas.microsoft.com/office/drawing/2014/main" id="{E38444DD-187A-4EDB-A09E-C5D7A553DCA0}"/>
              </a:ext>
            </a:extLst>
          </p:cNvPr>
          <p:cNvSpPr/>
          <p:nvPr/>
        </p:nvSpPr>
        <p:spPr>
          <a:xfrm rot="19657973">
            <a:off x="2098944" y="2755183"/>
            <a:ext cx="2270529" cy="2317317"/>
          </a:xfrm>
          <a:prstGeom prst="circularArrow">
            <a:avLst>
              <a:gd name="adj1" fmla="val 12500"/>
              <a:gd name="adj2" fmla="val 1142319"/>
              <a:gd name="adj3" fmla="val 20457681"/>
              <a:gd name="adj4" fmla="val 13208965"/>
              <a:gd name="adj5" fmla="val 125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35" name="乗算記号 34">
            <a:extLst>
              <a:ext uri="{FF2B5EF4-FFF2-40B4-BE49-F238E27FC236}">
                <a16:creationId xmlns:a16="http://schemas.microsoft.com/office/drawing/2014/main" id="{9D80DCF5-5CCB-43FA-860A-025B6E5CB2BB}"/>
              </a:ext>
            </a:extLst>
          </p:cNvPr>
          <p:cNvSpPr/>
          <p:nvPr/>
        </p:nvSpPr>
        <p:spPr>
          <a:xfrm>
            <a:off x="-385790" y="1038027"/>
            <a:ext cx="6245930" cy="5881019"/>
          </a:xfrm>
          <a:prstGeom prst="mathMultiply">
            <a:avLst>
              <a:gd name="adj1" fmla="val 2022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13022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楕円 1">
            <a:extLst>
              <a:ext uri="{FF2B5EF4-FFF2-40B4-BE49-F238E27FC236}">
                <a16:creationId xmlns:a16="http://schemas.microsoft.com/office/drawing/2014/main" id="{378853D7-3DC2-41BB-B8B1-294701C6165D}"/>
              </a:ext>
            </a:extLst>
          </p:cNvPr>
          <p:cNvSpPr/>
          <p:nvPr/>
        </p:nvSpPr>
        <p:spPr>
          <a:xfrm rot="21102091">
            <a:off x="3865905" y="5764457"/>
            <a:ext cx="1003782" cy="54129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楕円 2">
            <a:extLst>
              <a:ext uri="{FF2B5EF4-FFF2-40B4-BE49-F238E27FC236}">
                <a16:creationId xmlns:a16="http://schemas.microsoft.com/office/drawing/2014/main" id="{B7CBD052-1743-407E-AF59-68B0D1F629E7}"/>
              </a:ext>
            </a:extLst>
          </p:cNvPr>
          <p:cNvSpPr/>
          <p:nvPr/>
        </p:nvSpPr>
        <p:spPr>
          <a:xfrm rot="494613">
            <a:off x="4976285" y="5751046"/>
            <a:ext cx="1003782" cy="54129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F4046118-6298-4F30-B980-0EFAB06D235B}"/>
              </a:ext>
            </a:extLst>
          </p:cNvPr>
          <p:cNvSpPr/>
          <p:nvPr/>
        </p:nvSpPr>
        <p:spPr>
          <a:xfrm>
            <a:off x="4113926" y="4149904"/>
            <a:ext cx="1612633" cy="163658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楕円 4">
            <a:extLst>
              <a:ext uri="{FF2B5EF4-FFF2-40B4-BE49-F238E27FC236}">
                <a16:creationId xmlns:a16="http://schemas.microsoft.com/office/drawing/2014/main" id="{7950A1BF-1083-4A80-9EAA-82FCC8D85785}"/>
              </a:ext>
            </a:extLst>
          </p:cNvPr>
          <p:cNvSpPr/>
          <p:nvPr/>
        </p:nvSpPr>
        <p:spPr>
          <a:xfrm>
            <a:off x="4264437" y="4318238"/>
            <a:ext cx="399682" cy="40276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楕円 5">
            <a:extLst>
              <a:ext uri="{FF2B5EF4-FFF2-40B4-BE49-F238E27FC236}">
                <a16:creationId xmlns:a16="http://schemas.microsoft.com/office/drawing/2014/main" id="{1D5D32B2-17A3-424C-872D-2D23D5495FB4}"/>
              </a:ext>
            </a:extLst>
          </p:cNvPr>
          <p:cNvSpPr/>
          <p:nvPr/>
        </p:nvSpPr>
        <p:spPr>
          <a:xfrm>
            <a:off x="4972729" y="4318238"/>
            <a:ext cx="399682" cy="40276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五角形 6">
            <a:extLst>
              <a:ext uri="{FF2B5EF4-FFF2-40B4-BE49-F238E27FC236}">
                <a16:creationId xmlns:a16="http://schemas.microsoft.com/office/drawing/2014/main" id="{174FD81D-4C36-4F83-B109-A3FD9B7A3FE4}"/>
              </a:ext>
            </a:extLst>
          </p:cNvPr>
          <p:cNvSpPr/>
          <p:nvPr/>
        </p:nvSpPr>
        <p:spPr>
          <a:xfrm rot="10800000">
            <a:off x="3506422" y="4572280"/>
            <a:ext cx="1923492" cy="1857855"/>
          </a:xfrm>
          <a:prstGeom prst="pentagon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楕円 7">
            <a:extLst>
              <a:ext uri="{FF2B5EF4-FFF2-40B4-BE49-F238E27FC236}">
                <a16:creationId xmlns:a16="http://schemas.microsoft.com/office/drawing/2014/main" id="{D4FFCF6D-41B7-4605-B7C3-EC7AA28F87CB}"/>
              </a:ext>
            </a:extLst>
          </p:cNvPr>
          <p:cNvSpPr/>
          <p:nvPr/>
        </p:nvSpPr>
        <p:spPr>
          <a:xfrm rot="21102091">
            <a:off x="9954572" y="5738318"/>
            <a:ext cx="1003782" cy="54129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楕円 8">
            <a:extLst>
              <a:ext uri="{FF2B5EF4-FFF2-40B4-BE49-F238E27FC236}">
                <a16:creationId xmlns:a16="http://schemas.microsoft.com/office/drawing/2014/main" id="{D02AC31D-3E88-4C65-9425-1981D902403E}"/>
              </a:ext>
            </a:extLst>
          </p:cNvPr>
          <p:cNvSpPr/>
          <p:nvPr/>
        </p:nvSpPr>
        <p:spPr>
          <a:xfrm rot="494613">
            <a:off x="11064952" y="5724907"/>
            <a:ext cx="1003782" cy="541298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5319CE60-6FE0-4724-ADA5-CCB6ED2C2381}"/>
              </a:ext>
            </a:extLst>
          </p:cNvPr>
          <p:cNvSpPr/>
          <p:nvPr/>
        </p:nvSpPr>
        <p:spPr>
          <a:xfrm>
            <a:off x="10202593" y="4123765"/>
            <a:ext cx="1612633" cy="163658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楕円 10">
            <a:extLst>
              <a:ext uri="{FF2B5EF4-FFF2-40B4-BE49-F238E27FC236}">
                <a16:creationId xmlns:a16="http://schemas.microsoft.com/office/drawing/2014/main" id="{86D50BAC-1207-423D-8CEB-666ACEB107DB}"/>
              </a:ext>
            </a:extLst>
          </p:cNvPr>
          <p:cNvSpPr/>
          <p:nvPr/>
        </p:nvSpPr>
        <p:spPr>
          <a:xfrm>
            <a:off x="10353104" y="4292099"/>
            <a:ext cx="399682" cy="40276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楕円 11">
            <a:extLst>
              <a:ext uri="{FF2B5EF4-FFF2-40B4-BE49-F238E27FC236}">
                <a16:creationId xmlns:a16="http://schemas.microsoft.com/office/drawing/2014/main" id="{610D4B0C-5292-45E0-AB4D-CF30DB2EC329}"/>
              </a:ext>
            </a:extLst>
          </p:cNvPr>
          <p:cNvSpPr/>
          <p:nvPr/>
        </p:nvSpPr>
        <p:spPr>
          <a:xfrm>
            <a:off x="11061396" y="4292099"/>
            <a:ext cx="399682" cy="40276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五角形 12">
            <a:extLst>
              <a:ext uri="{FF2B5EF4-FFF2-40B4-BE49-F238E27FC236}">
                <a16:creationId xmlns:a16="http://schemas.microsoft.com/office/drawing/2014/main" id="{53AF41CD-8924-4CAC-A5EA-322B5A33C519}"/>
              </a:ext>
            </a:extLst>
          </p:cNvPr>
          <p:cNvSpPr/>
          <p:nvPr/>
        </p:nvSpPr>
        <p:spPr>
          <a:xfrm rot="10800000">
            <a:off x="9643351" y="4493479"/>
            <a:ext cx="1923492" cy="1857855"/>
          </a:xfrm>
          <a:prstGeom prst="pentagon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楕円 13">
            <a:extLst>
              <a:ext uri="{FF2B5EF4-FFF2-40B4-BE49-F238E27FC236}">
                <a16:creationId xmlns:a16="http://schemas.microsoft.com/office/drawing/2014/main" id="{2A38A0D6-F179-4810-BBF7-DF2F264DAFA0}"/>
              </a:ext>
            </a:extLst>
          </p:cNvPr>
          <p:cNvSpPr>
            <a:spLocks noChangeAspect="1"/>
          </p:cNvSpPr>
          <p:nvPr/>
        </p:nvSpPr>
        <p:spPr>
          <a:xfrm>
            <a:off x="1502806" y="2961270"/>
            <a:ext cx="466166" cy="476746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B664DABE-B79A-4F22-9E92-36945DC82329}"/>
              </a:ext>
            </a:extLst>
          </p:cNvPr>
          <p:cNvSpPr>
            <a:spLocks noChangeAspect="1"/>
          </p:cNvSpPr>
          <p:nvPr/>
        </p:nvSpPr>
        <p:spPr>
          <a:xfrm rot="561014">
            <a:off x="1501942" y="3432849"/>
            <a:ext cx="166487" cy="1456357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EBD2CFD7-B49F-4019-B614-D02C7D78A3BA}"/>
              </a:ext>
            </a:extLst>
          </p:cNvPr>
          <p:cNvSpPr>
            <a:spLocks noChangeAspect="1"/>
          </p:cNvSpPr>
          <p:nvPr/>
        </p:nvSpPr>
        <p:spPr>
          <a:xfrm rot="795801">
            <a:off x="1747041" y="3696467"/>
            <a:ext cx="1436578" cy="14205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1112E9D1-147D-4F6C-A9BE-EB5D4CBD3D95}"/>
              </a:ext>
            </a:extLst>
          </p:cNvPr>
          <p:cNvSpPr>
            <a:spLocks noChangeAspect="1"/>
          </p:cNvSpPr>
          <p:nvPr/>
        </p:nvSpPr>
        <p:spPr>
          <a:xfrm rot="19640739">
            <a:off x="930048" y="3728352"/>
            <a:ext cx="736408" cy="127747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C57CC56A-A842-4BBA-B5D1-1B9D39311874}"/>
              </a:ext>
            </a:extLst>
          </p:cNvPr>
          <p:cNvSpPr>
            <a:spLocks noChangeAspect="1"/>
          </p:cNvSpPr>
          <p:nvPr/>
        </p:nvSpPr>
        <p:spPr>
          <a:xfrm rot="12577751">
            <a:off x="958032" y="4059152"/>
            <a:ext cx="736408" cy="127747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16693744-6C44-461E-B9FF-124C395202FB}"/>
              </a:ext>
            </a:extLst>
          </p:cNvPr>
          <p:cNvSpPr>
            <a:spLocks noChangeAspect="1"/>
          </p:cNvSpPr>
          <p:nvPr/>
        </p:nvSpPr>
        <p:spPr>
          <a:xfrm rot="2423237">
            <a:off x="722567" y="4584790"/>
            <a:ext cx="180557" cy="2059448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CE68BBED-6865-470C-995D-C33A2B352766}"/>
              </a:ext>
            </a:extLst>
          </p:cNvPr>
          <p:cNvSpPr>
            <a:spLocks noChangeAspect="1"/>
          </p:cNvSpPr>
          <p:nvPr/>
        </p:nvSpPr>
        <p:spPr>
          <a:xfrm rot="8404180">
            <a:off x="1798381" y="4752164"/>
            <a:ext cx="161364" cy="923418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83B89BB8-AA88-4CB8-ABDE-0FDC0064BB74}"/>
              </a:ext>
            </a:extLst>
          </p:cNvPr>
          <p:cNvSpPr>
            <a:spLocks noChangeAspect="1"/>
          </p:cNvSpPr>
          <p:nvPr/>
        </p:nvSpPr>
        <p:spPr>
          <a:xfrm rot="226715">
            <a:off x="2023416" y="5505683"/>
            <a:ext cx="167033" cy="947175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楕円 21">
            <a:extLst>
              <a:ext uri="{FF2B5EF4-FFF2-40B4-BE49-F238E27FC236}">
                <a16:creationId xmlns:a16="http://schemas.microsoft.com/office/drawing/2014/main" id="{8D083648-D07B-4E17-ABD4-C279C8AC9647}"/>
              </a:ext>
            </a:extLst>
          </p:cNvPr>
          <p:cNvSpPr/>
          <p:nvPr/>
        </p:nvSpPr>
        <p:spPr>
          <a:xfrm>
            <a:off x="3017569" y="3790017"/>
            <a:ext cx="338342" cy="342011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爆発: 8 pt 22">
            <a:extLst>
              <a:ext uri="{FF2B5EF4-FFF2-40B4-BE49-F238E27FC236}">
                <a16:creationId xmlns:a16="http://schemas.microsoft.com/office/drawing/2014/main" id="{3121A5A7-52BA-46CE-AE5D-0E87BC37C8CC}"/>
              </a:ext>
            </a:extLst>
          </p:cNvPr>
          <p:cNvSpPr>
            <a:spLocks noChangeAspect="1"/>
          </p:cNvSpPr>
          <p:nvPr/>
        </p:nvSpPr>
        <p:spPr>
          <a:xfrm>
            <a:off x="3151031" y="3619022"/>
            <a:ext cx="937971" cy="1101976"/>
          </a:xfrm>
          <a:prstGeom prst="irregularSeal1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24" name="乗算記号 23">
            <a:extLst>
              <a:ext uri="{FF2B5EF4-FFF2-40B4-BE49-F238E27FC236}">
                <a16:creationId xmlns:a16="http://schemas.microsoft.com/office/drawing/2014/main" id="{B046C2C9-3F37-4379-94D9-65A885E5CF19}"/>
              </a:ext>
            </a:extLst>
          </p:cNvPr>
          <p:cNvSpPr/>
          <p:nvPr/>
        </p:nvSpPr>
        <p:spPr>
          <a:xfrm>
            <a:off x="-385790" y="1038027"/>
            <a:ext cx="6245930" cy="5881019"/>
          </a:xfrm>
          <a:prstGeom prst="mathMultiply">
            <a:avLst>
              <a:gd name="adj1" fmla="val 2022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楕円 24">
            <a:extLst>
              <a:ext uri="{FF2B5EF4-FFF2-40B4-BE49-F238E27FC236}">
                <a16:creationId xmlns:a16="http://schemas.microsoft.com/office/drawing/2014/main" id="{AB881994-2536-447E-BCCF-2FD2CF30DE30}"/>
              </a:ext>
            </a:extLst>
          </p:cNvPr>
          <p:cNvSpPr/>
          <p:nvPr/>
        </p:nvSpPr>
        <p:spPr>
          <a:xfrm>
            <a:off x="8310466" y="2240339"/>
            <a:ext cx="484096" cy="476746"/>
          </a:xfrm>
          <a:prstGeom prst="ellips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740DC265-564B-41B0-A394-204ABC1DEC01}"/>
              </a:ext>
            </a:extLst>
          </p:cNvPr>
          <p:cNvSpPr/>
          <p:nvPr/>
        </p:nvSpPr>
        <p:spPr>
          <a:xfrm rot="955374">
            <a:off x="8238468" y="2662106"/>
            <a:ext cx="154941" cy="1261359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アーチ 26">
            <a:extLst>
              <a:ext uri="{FF2B5EF4-FFF2-40B4-BE49-F238E27FC236}">
                <a16:creationId xmlns:a16="http://schemas.microsoft.com/office/drawing/2014/main" id="{E3E243FC-D5E4-4388-A9C7-2B56C2C69C78}"/>
              </a:ext>
            </a:extLst>
          </p:cNvPr>
          <p:cNvSpPr/>
          <p:nvPr/>
        </p:nvSpPr>
        <p:spPr>
          <a:xfrm rot="7700857">
            <a:off x="8213608" y="2046767"/>
            <a:ext cx="1421112" cy="523076"/>
          </a:xfrm>
          <a:prstGeom prst="blockArc">
            <a:avLst>
              <a:gd name="adj1" fmla="val 10879277"/>
              <a:gd name="adj2" fmla="val 0"/>
              <a:gd name="adj3" fmla="val 25000"/>
            </a:avLst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28" name="アーチ 27">
            <a:extLst>
              <a:ext uri="{FF2B5EF4-FFF2-40B4-BE49-F238E27FC236}">
                <a16:creationId xmlns:a16="http://schemas.microsoft.com/office/drawing/2014/main" id="{AB453376-B627-456F-A1D9-4FD379ED6782}"/>
              </a:ext>
            </a:extLst>
          </p:cNvPr>
          <p:cNvSpPr/>
          <p:nvPr/>
        </p:nvSpPr>
        <p:spPr>
          <a:xfrm rot="19510535">
            <a:off x="7434743" y="2869019"/>
            <a:ext cx="1108746" cy="623613"/>
          </a:xfrm>
          <a:prstGeom prst="blockArc">
            <a:avLst>
              <a:gd name="adj1" fmla="val 10899968"/>
              <a:gd name="adj2" fmla="val 0"/>
              <a:gd name="adj3" fmla="val 25000"/>
            </a:avLst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29" name="アーチ 28">
            <a:extLst>
              <a:ext uri="{FF2B5EF4-FFF2-40B4-BE49-F238E27FC236}">
                <a16:creationId xmlns:a16="http://schemas.microsoft.com/office/drawing/2014/main" id="{B8A72B0E-9395-4E1A-8890-EEC737DA0CE0}"/>
              </a:ext>
            </a:extLst>
          </p:cNvPr>
          <p:cNvSpPr/>
          <p:nvPr/>
        </p:nvSpPr>
        <p:spPr>
          <a:xfrm rot="5979144">
            <a:off x="7710040" y="3898351"/>
            <a:ext cx="1277934" cy="727228"/>
          </a:xfrm>
          <a:prstGeom prst="blockArc">
            <a:avLst>
              <a:gd name="adj1" fmla="val 9617210"/>
              <a:gd name="adj2" fmla="val 0"/>
              <a:gd name="adj3" fmla="val 25000"/>
            </a:avLst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4E4CB3E0-25D9-4204-8F1A-9358C2338B3A}"/>
              </a:ext>
            </a:extLst>
          </p:cNvPr>
          <p:cNvSpPr/>
          <p:nvPr/>
        </p:nvSpPr>
        <p:spPr>
          <a:xfrm rot="2393737">
            <a:off x="7584831" y="3566898"/>
            <a:ext cx="158611" cy="1725057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矢印: 環状 30">
            <a:extLst>
              <a:ext uri="{FF2B5EF4-FFF2-40B4-BE49-F238E27FC236}">
                <a16:creationId xmlns:a16="http://schemas.microsoft.com/office/drawing/2014/main" id="{A6E46464-E583-48F8-8C7C-C71D3AAD0C4B}"/>
              </a:ext>
            </a:extLst>
          </p:cNvPr>
          <p:cNvSpPr/>
          <p:nvPr/>
        </p:nvSpPr>
        <p:spPr>
          <a:xfrm rot="20028660">
            <a:off x="9006560" y="2756151"/>
            <a:ext cx="2270529" cy="2317317"/>
          </a:xfrm>
          <a:prstGeom prst="circularArrow">
            <a:avLst>
              <a:gd name="adj1" fmla="val 12500"/>
              <a:gd name="adj2" fmla="val 1142319"/>
              <a:gd name="adj3" fmla="val 20457681"/>
              <a:gd name="adj4" fmla="val 12886294"/>
              <a:gd name="adj5" fmla="val 125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6E3103DE-55C0-4AAF-BFA5-E7A4E1E9C1CC}"/>
              </a:ext>
            </a:extLst>
          </p:cNvPr>
          <p:cNvSpPr txBox="1"/>
          <p:nvPr/>
        </p:nvSpPr>
        <p:spPr>
          <a:xfrm>
            <a:off x="3017569" y="337795"/>
            <a:ext cx="609057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 dirty="0"/>
              <a:t>盾を持った敵は赤状態では倒せない</a:t>
            </a:r>
            <a:endParaRPr kumimoji="1" lang="en-US" altLang="ja-JP" sz="2800" dirty="0"/>
          </a:p>
          <a:p>
            <a:endParaRPr kumimoji="1" lang="ja-JP" altLang="en-US" sz="2800" dirty="0"/>
          </a:p>
        </p:txBody>
      </p:sp>
    </p:spTree>
    <p:extLst>
      <p:ext uri="{BB962C8B-B14F-4D97-AF65-F5344CB8AC3E}">
        <p14:creationId xmlns:p14="http://schemas.microsoft.com/office/powerpoint/2010/main" val="7396003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楕円 1">
            <a:extLst>
              <a:ext uri="{FF2B5EF4-FFF2-40B4-BE49-F238E27FC236}">
                <a16:creationId xmlns:a16="http://schemas.microsoft.com/office/drawing/2014/main" id="{B7BD79FF-AA0F-4466-A685-AEB114B14A7D}"/>
              </a:ext>
            </a:extLst>
          </p:cNvPr>
          <p:cNvSpPr/>
          <p:nvPr/>
        </p:nvSpPr>
        <p:spPr>
          <a:xfrm rot="3976087">
            <a:off x="822312" y="4145930"/>
            <a:ext cx="1003782" cy="54129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楕円 2">
            <a:extLst>
              <a:ext uri="{FF2B5EF4-FFF2-40B4-BE49-F238E27FC236}">
                <a16:creationId xmlns:a16="http://schemas.microsoft.com/office/drawing/2014/main" id="{8A2A30B9-B19E-449F-99C2-CE2B88247338}"/>
              </a:ext>
            </a:extLst>
          </p:cNvPr>
          <p:cNvSpPr/>
          <p:nvPr/>
        </p:nvSpPr>
        <p:spPr>
          <a:xfrm rot="648932">
            <a:off x="778717" y="5110238"/>
            <a:ext cx="1003782" cy="54129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D8E9968E-3E13-421D-8EB8-7F4A65CF41B6}"/>
              </a:ext>
            </a:extLst>
          </p:cNvPr>
          <p:cNvSpPr/>
          <p:nvPr/>
        </p:nvSpPr>
        <p:spPr>
          <a:xfrm rot="21585648">
            <a:off x="1643689" y="4100966"/>
            <a:ext cx="1612633" cy="1636581"/>
          </a:xfrm>
          <a:prstGeom prst="rect">
            <a:avLst/>
          </a:prstGeom>
          <a:solidFill>
            <a:srgbClr val="FFFF00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フローチャート: 論理積ゲート 6">
            <a:extLst>
              <a:ext uri="{FF2B5EF4-FFF2-40B4-BE49-F238E27FC236}">
                <a16:creationId xmlns:a16="http://schemas.microsoft.com/office/drawing/2014/main" id="{A4D1BF38-C7BA-4EE1-A140-400D01D988E0}"/>
              </a:ext>
            </a:extLst>
          </p:cNvPr>
          <p:cNvSpPr/>
          <p:nvPr/>
        </p:nvSpPr>
        <p:spPr>
          <a:xfrm rot="2998363">
            <a:off x="4093391" y="4471223"/>
            <a:ext cx="788894" cy="1819329"/>
          </a:xfrm>
          <a:prstGeom prst="flowChartDelay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楕円 7">
            <a:extLst>
              <a:ext uri="{FF2B5EF4-FFF2-40B4-BE49-F238E27FC236}">
                <a16:creationId xmlns:a16="http://schemas.microsoft.com/office/drawing/2014/main" id="{7C10FCC5-B822-4CDE-9797-99791CA620AB}"/>
              </a:ext>
            </a:extLst>
          </p:cNvPr>
          <p:cNvSpPr/>
          <p:nvPr/>
        </p:nvSpPr>
        <p:spPr>
          <a:xfrm>
            <a:off x="8298370" y="2341788"/>
            <a:ext cx="466166" cy="476746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452F2731-5285-43CA-BF2C-3F72D0F763DC}"/>
              </a:ext>
            </a:extLst>
          </p:cNvPr>
          <p:cNvSpPr/>
          <p:nvPr/>
        </p:nvSpPr>
        <p:spPr>
          <a:xfrm>
            <a:off x="8445262" y="2835374"/>
            <a:ext cx="155924" cy="1676501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9636408B-D373-4D28-9C44-179BC06BACFD}"/>
              </a:ext>
            </a:extLst>
          </p:cNvPr>
          <p:cNvSpPr/>
          <p:nvPr/>
        </p:nvSpPr>
        <p:spPr>
          <a:xfrm rot="2682730">
            <a:off x="8434793" y="3259262"/>
            <a:ext cx="1158107" cy="153894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95D643B8-F9BA-4655-AFA9-99E56D9A7B19}"/>
              </a:ext>
            </a:extLst>
          </p:cNvPr>
          <p:cNvSpPr/>
          <p:nvPr/>
        </p:nvSpPr>
        <p:spPr>
          <a:xfrm rot="3440103">
            <a:off x="8932421" y="3504501"/>
            <a:ext cx="119996" cy="954351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475B80F0-62B4-4133-B315-2C99B4E90326}"/>
              </a:ext>
            </a:extLst>
          </p:cNvPr>
          <p:cNvSpPr/>
          <p:nvPr/>
        </p:nvSpPr>
        <p:spPr>
          <a:xfrm rot="7970456">
            <a:off x="7511433" y="3280422"/>
            <a:ext cx="1158107" cy="153894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15B9EAA0-D53B-4200-B32F-E3A54145D855}"/>
              </a:ext>
            </a:extLst>
          </p:cNvPr>
          <p:cNvSpPr/>
          <p:nvPr/>
        </p:nvSpPr>
        <p:spPr>
          <a:xfrm rot="18220382">
            <a:off x="8024060" y="3482243"/>
            <a:ext cx="119996" cy="954351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35EE1D99-A9DF-4937-AFA5-4B0C51076A48}"/>
              </a:ext>
            </a:extLst>
          </p:cNvPr>
          <p:cNvSpPr/>
          <p:nvPr/>
        </p:nvSpPr>
        <p:spPr>
          <a:xfrm rot="1389919">
            <a:off x="8110719" y="4396024"/>
            <a:ext cx="158611" cy="1725057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B2620A18-EDBC-42EB-BAD8-3E853A3CDCC6}"/>
              </a:ext>
            </a:extLst>
          </p:cNvPr>
          <p:cNvSpPr/>
          <p:nvPr/>
        </p:nvSpPr>
        <p:spPr>
          <a:xfrm rot="20462182">
            <a:off x="8773139" y="4429134"/>
            <a:ext cx="158611" cy="1725057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星: 4 pt 15">
            <a:extLst>
              <a:ext uri="{FF2B5EF4-FFF2-40B4-BE49-F238E27FC236}">
                <a16:creationId xmlns:a16="http://schemas.microsoft.com/office/drawing/2014/main" id="{D41013FA-F4DF-494E-859D-77922AF4C410}"/>
              </a:ext>
            </a:extLst>
          </p:cNvPr>
          <p:cNvSpPr/>
          <p:nvPr/>
        </p:nvSpPr>
        <p:spPr>
          <a:xfrm>
            <a:off x="7833112" y="2375594"/>
            <a:ext cx="479079" cy="476746"/>
          </a:xfrm>
          <a:prstGeom prst="star4">
            <a:avLst/>
          </a:prstGeom>
          <a:solidFill>
            <a:srgbClr val="FFFF00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星: 4 pt 16">
            <a:extLst>
              <a:ext uri="{FF2B5EF4-FFF2-40B4-BE49-F238E27FC236}">
                <a16:creationId xmlns:a16="http://schemas.microsoft.com/office/drawing/2014/main" id="{2E45212D-9712-49ED-965E-67C5FCE7397A}"/>
              </a:ext>
            </a:extLst>
          </p:cNvPr>
          <p:cNvSpPr/>
          <p:nvPr/>
        </p:nvSpPr>
        <p:spPr>
          <a:xfrm>
            <a:off x="9573459" y="3559909"/>
            <a:ext cx="479079" cy="476746"/>
          </a:xfrm>
          <a:prstGeom prst="star4">
            <a:avLst/>
          </a:prstGeom>
          <a:solidFill>
            <a:srgbClr val="FFFF00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星: 4 pt 17">
            <a:extLst>
              <a:ext uri="{FF2B5EF4-FFF2-40B4-BE49-F238E27FC236}">
                <a16:creationId xmlns:a16="http://schemas.microsoft.com/office/drawing/2014/main" id="{D34337B0-C5A5-42F1-851E-570D8F825DD6}"/>
              </a:ext>
            </a:extLst>
          </p:cNvPr>
          <p:cNvSpPr/>
          <p:nvPr/>
        </p:nvSpPr>
        <p:spPr>
          <a:xfrm>
            <a:off x="7538266" y="4700494"/>
            <a:ext cx="479079" cy="476746"/>
          </a:xfrm>
          <a:prstGeom prst="star4">
            <a:avLst/>
          </a:prstGeom>
          <a:solidFill>
            <a:srgbClr val="FFFF00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ABFC41AA-D277-4320-94C1-32CA7A5042B6}"/>
              </a:ext>
            </a:extLst>
          </p:cNvPr>
          <p:cNvSpPr txBox="1"/>
          <p:nvPr/>
        </p:nvSpPr>
        <p:spPr>
          <a:xfrm>
            <a:off x="1734855" y="805695"/>
            <a:ext cx="87222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 dirty="0"/>
              <a:t>黄色い敵を倒すことで黄色状態になれるようになる</a:t>
            </a:r>
          </a:p>
        </p:txBody>
      </p:sp>
      <p:sp>
        <p:nvSpPr>
          <p:cNvPr id="20" name="乗算記号 19">
            <a:extLst>
              <a:ext uri="{FF2B5EF4-FFF2-40B4-BE49-F238E27FC236}">
                <a16:creationId xmlns:a16="http://schemas.microsoft.com/office/drawing/2014/main" id="{8272831B-6FD8-44B4-BAA5-0421019CA357}"/>
              </a:ext>
            </a:extLst>
          </p:cNvPr>
          <p:cNvSpPr/>
          <p:nvPr/>
        </p:nvSpPr>
        <p:spPr>
          <a:xfrm>
            <a:off x="2423466" y="4239906"/>
            <a:ext cx="507847" cy="538657"/>
          </a:xfrm>
          <a:prstGeom prst="mathMultiply">
            <a:avLst>
              <a:gd name="adj1" fmla="val 8477"/>
            </a:avLst>
          </a:prstGeom>
          <a:solidFill>
            <a:schemeClr val="tx1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乗算記号 20">
            <a:extLst>
              <a:ext uri="{FF2B5EF4-FFF2-40B4-BE49-F238E27FC236}">
                <a16:creationId xmlns:a16="http://schemas.microsoft.com/office/drawing/2014/main" id="{BC869C3B-D85F-4A32-B878-0DDFD62260FB}"/>
              </a:ext>
            </a:extLst>
          </p:cNvPr>
          <p:cNvSpPr/>
          <p:nvPr/>
        </p:nvSpPr>
        <p:spPr>
          <a:xfrm>
            <a:off x="2430641" y="4936226"/>
            <a:ext cx="507847" cy="538657"/>
          </a:xfrm>
          <a:prstGeom prst="mathMultiply">
            <a:avLst>
              <a:gd name="adj1" fmla="val 8477"/>
            </a:avLst>
          </a:prstGeom>
          <a:solidFill>
            <a:schemeClr val="tx1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矢印: 右 21">
            <a:extLst>
              <a:ext uri="{FF2B5EF4-FFF2-40B4-BE49-F238E27FC236}">
                <a16:creationId xmlns:a16="http://schemas.microsoft.com/office/drawing/2014/main" id="{3BBEF5BB-0255-4A9C-809E-96C79E5DA39E}"/>
              </a:ext>
            </a:extLst>
          </p:cNvPr>
          <p:cNvSpPr/>
          <p:nvPr/>
        </p:nvSpPr>
        <p:spPr>
          <a:xfrm>
            <a:off x="5588682" y="3959417"/>
            <a:ext cx="1186695" cy="629007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7711853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382</TotalTime>
  <Words>119</Words>
  <Application>Microsoft Office PowerPoint</Application>
  <PresentationFormat>ワイド画面</PresentationFormat>
  <Paragraphs>17</Paragraphs>
  <Slides>7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7</vt:i4>
      </vt:variant>
    </vt:vector>
  </HeadingPairs>
  <TitlesOfParts>
    <vt:vector size="11" baseType="lpstr">
      <vt:lpstr>游ゴシック</vt:lpstr>
      <vt:lpstr>游ゴシック Light</vt:lpstr>
      <vt:lpstr>Arial</vt:lpstr>
      <vt:lpstr>Office テーマ</vt:lpstr>
      <vt:lpstr>The Triple Transform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タイトル</dc:title>
  <dc:creator>秋吉　晟吾</dc:creator>
  <cp:lastModifiedBy>秋吉　晟吾</cp:lastModifiedBy>
  <cp:revision>27</cp:revision>
  <dcterms:created xsi:type="dcterms:W3CDTF">2026-02-02T01:56:25Z</dcterms:created>
  <dcterms:modified xsi:type="dcterms:W3CDTF">2026-02-04T02:34:46Z</dcterms:modified>
</cp:coreProperties>
</file>